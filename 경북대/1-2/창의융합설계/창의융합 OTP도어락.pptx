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6" r:id="rId5"/>
    <p:sldId id="267" r:id="rId6"/>
    <p:sldId id="258" r:id="rId7"/>
    <p:sldId id="268" r:id="rId8"/>
    <p:sldId id="270" r:id="rId9"/>
    <p:sldId id="271" r:id="rId10"/>
    <p:sldId id="269" r:id="rId11"/>
    <p:sldId id="260" r:id="rId12"/>
    <p:sldId id="261" r:id="rId13"/>
    <p:sldId id="265" r:id="rId14"/>
    <p:sldId id="264" r:id="rId15"/>
    <p:sldId id="262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6391" autoAdjust="0"/>
  </p:normalViewPr>
  <p:slideViewPr>
    <p:cSldViewPr snapToGrid="0">
      <p:cViewPr varScale="1">
        <p:scale>
          <a:sx n="106" d="100"/>
          <a:sy n="106" d="100"/>
        </p:scale>
        <p:origin x="1200" y="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noo.kang@gmail.com" userId="e6f62e587d84d131" providerId="LiveId" clId="{F82E7BAF-C676-EE4D-8377-E881C6C1FEF0}"/>
    <pc:docChg chg="undo custSel addSld delSld modSld sldOrd">
      <pc:chgData name="jinoo.kang@gmail.com" userId="e6f62e587d84d131" providerId="LiveId" clId="{F82E7BAF-C676-EE4D-8377-E881C6C1FEF0}" dt="2022-11-10T07:09:07.990" v="2198" actId="2696"/>
      <pc:docMkLst>
        <pc:docMk/>
      </pc:docMkLst>
      <pc:sldChg chg="ord">
        <pc:chgData name="jinoo.kang@gmail.com" userId="e6f62e587d84d131" providerId="LiveId" clId="{F82E7BAF-C676-EE4D-8377-E881C6C1FEF0}" dt="2022-11-09T07:33:08.727" v="1547" actId="1076"/>
        <pc:sldMkLst>
          <pc:docMk/>
          <pc:sldMk cId="2016673757" sldId="258"/>
        </pc:sldMkLst>
      </pc:sldChg>
      <pc:sldChg chg="addSp delSp modSp">
        <pc:chgData name="jinoo.kang@gmail.com" userId="e6f62e587d84d131" providerId="LiveId" clId="{F82E7BAF-C676-EE4D-8377-E881C6C1FEF0}" dt="2022-11-09T07:32:23.287" v="1541" actId="22"/>
        <pc:sldMkLst>
          <pc:docMk/>
          <pc:sldMk cId="1985196977" sldId="259"/>
        </pc:sldMkLst>
        <pc:spChg chg="mod">
          <ac:chgData name="jinoo.kang@gmail.com" userId="e6f62e587d84d131" providerId="LiveId" clId="{F82E7BAF-C676-EE4D-8377-E881C6C1FEF0}" dt="2022-11-09T07:32:23.287" v="1541" actId="22"/>
          <ac:spMkLst>
            <pc:docMk/>
            <pc:sldMk cId="1985196977" sldId="259"/>
            <ac:spMk id="7" creationId="{00000000-0000-0000-0000-000000000000}"/>
          </ac:spMkLst>
        </pc:spChg>
        <pc:spChg chg="del mod">
          <ac:chgData name="jinoo.kang@gmail.com" userId="e6f62e587d84d131" providerId="LiveId" clId="{F82E7BAF-C676-EE4D-8377-E881C6C1FEF0}" dt="2022-11-09T04:22:35.087" v="197" actId="478"/>
          <ac:spMkLst>
            <pc:docMk/>
            <pc:sldMk cId="1985196977" sldId="259"/>
            <ac:spMk id="8" creationId="{00000000-0000-0000-0000-000000000000}"/>
          </ac:spMkLst>
        </pc:spChg>
        <pc:spChg chg="add mod">
          <ac:chgData name="jinoo.kang@gmail.com" userId="e6f62e587d84d131" providerId="LiveId" clId="{F82E7BAF-C676-EE4D-8377-E881C6C1FEF0}" dt="2022-11-09T07:23:05.541" v="1537" actId="20577"/>
          <ac:spMkLst>
            <pc:docMk/>
            <pc:sldMk cId="1985196977" sldId="259"/>
            <ac:spMk id="13" creationId="{DC95E9B6-8A61-44E1-C9C5-3911CEDAA992}"/>
          </ac:spMkLst>
        </pc:spChg>
        <pc:picChg chg="add mod">
          <ac:chgData name="jinoo.kang@gmail.com" userId="e6f62e587d84d131" providerId="LiveId" clId="{F82E7BAF-C676-EE4D-8377-E881C6C1FEF0}" dt="2022-11-09T06:45:58.567" v="610" actId="1076"/>
          <ac:picMkLst>
            <pc:docMk/>
            <pc:sldMk cId="1985196977" sldId="259"/>
            <ac:picMk id="8" creationId="{29FFB0FE-29B0-20B7-DFD7-926E8F3DE154}"/>
          </ac:picMkLst>
        </pc:picChg>
        <pc:picChg chg="add mod">
          <ac:chgData name="jinoo.kang@gmail.com" userId="e6f62e587d84d131" providerId="LiveId" clId="{F82E7BAF-C676-EE4D-8377-E881C6C1FEF0}" dt="2022-11-09T06:46:27.704" v="615" actId="14100"/>
          <ac:picMkLst>
            <pc:docMk/>
            <pc:sldMk cId="1985196977" sldId="259"/>
            <ac:picMk id="11" creationId="{FDCF7C5C-94DD-26B3-A0AA-699D0B7941D6}"/>
          </ac:picMkLst>
        </pc:picChg>
      </pc:sldChg>
      <pc:sldChg chg="modSp">
        <pc:chgData name="jinoo.kang@gmail.com" userId="e6f62e587d84d131" providerId="LiveId" clId="{F82E7BAF-C676-EE4D-8377-E881C6C1FEF0}" dt="2022-11-10T07:08:55.189" v="2197" actId="20577"/>
        <pc:sldMkLst>
          <pc:docMk/>
          <pc:sldMk cId="1454375134" sldId="260"/>
        </pc:sldMkLst>
        <pc:graphicFrameChg chg="modGraphic">
          <ac:chgData name="jinoo.kang@gmail.com" userId="e6f62e587d84d131" providerId="LiveId" clId="{F82E7BAF-C676-EE4D-8377-E881C6C1FEF0}" dt="2022-11-10T07:08:55.189" v="2197" actId="20577"/>
          <ac:graphicFrameMkLst>
            <pc:docMk/>
            <pc:sldMk cId="1454375134" sldId="260"/>
            <ac:graphicFrameMk id="9" creationId="{A63DDC4C-EAC1-4251-A51C-29DC12BFF1D4}"/>
          </ac:graphicFrameMkLst>
        </pc:graphicFrameChg>
      </pc:sldChg>
      <pc:sldChg chg="addSp modSp">
        <pc:chgData name="jinoo.kang@gmail.com" userId="e6f62e587d84d131" providerId="LiveId" clId="{F82E7BAF-C676-EE4D-8377-E881C6C1FEF0}" dt="2022-11-09T04:24:37.636" v="266" actId="1076"/>
        <pc:sldMkLst>
          <pc:docMk/>
          <pc:sldMk cId="2587189498" sldId="261"/>
        </pc:sldMkLst>
        <pc:spChg chg="add mod">
          <ac:chgData name="jinoo.kang@gmail.com" userId="e6f62e587d84d131" providerId="LiveId" clId="{F82E7BAF-C676-EE4D-8377-E881C6C1FEF0}" dt="2022-11-09T04:24:03.224" v="243" actId="1076"/>
          <ac:spMkLst>
            <pc:docMk/>
            <pc:sldMk cId="2587189498" sldId="261"/>
            <ac:spMk id="3" creationId="{D0386C66-7500-8A99-314E-1E7EA156CBC7}"/>
          </ac:spMkLst>
        </pc:spChg>
        <pc:spChg chg="add mod">
          <ac:chgData name="jinoo.kang@gmail.com" userId="e6f62e587d84d131" providerId="LiveId" clId="{F82E7BAF-C676-EE4D-8377-E881C6C1FEF0}" dt="2022-11-09T04:24:37.636" v="266" actId="1076"/>
          <ac:spMkLst>
            <pc:docMk/>
            <pc:sldMk cId="2587189498" sldId="261"/>
            <ac:spMk id="8" creationId="{FCBC7D53-F868-F003-2AFC-CB14919890C2}"/>
          </ac:spMkLst>
        </pc:spChg>
      </pc:sldChg>
      <pc:sldChg chg="modSp">
        <pc:chgData name="jinoo.kang@gmail.com" userId="e6f62e587d84d131" providerId="LiveId" clId="{F82E7BAF-C676-EE4D-8377-E881C6C1FEF0}" dt="2022-11-09T07:19:23.595" v="1480" actId="20577"/>
        <pc:sldMkLst>
          <pc:docMk/>
          <pc:sldMk cId="1717000498" sldId="262"/>
        </pc:sldMkLst>
        <pc:spChg chg="mod">
          <ac:chgData name="jinoo.kang@gmail.com" userId="e6f62e587d84d131" providerId="LiveId" clId="{F82E7BAF-C676-EE4D-8377-E881C6C1FEF0}" dt="2022-11-09T07:19:23.595" v="1480" actId="20577"/>
          <ac:spMkLst>
            <pc:docMk/>
            <pc:sldMk cId="1717000498" sldId="262"/>
            <ac:spMk id="8" creationId="{00000000-0000-0000-0000-000000000000}"/>
          </ac:spMkLst>
        </pc:spChg>
      </pc:sldChg>
      <pc:sldChg chg="del">
        <pc:chgData name="jinoo.kang@gmail.com" userId="e6f62e587d84d131" providerId="LiveId" clId="{F82E7BAF-C676-EE4D-8377-E881C6C1FEF0}" dt="2022-11-10T07:09:07.990" v="2198" actId="2696"/>
        <pc:sldMkLst>
          <pc:docMk/>
          <pc:sldMk cId="2694356206" sldId="263"/>
        </pc:sldMkLst>
      </pc:sldChg>
      <pc:sldChg chg="addSp modSp">
        <pc:chgData name="jinoo.kang@gmail.com" userId="e6f62e587d84d131" providerId="LiveId" clId="{F82E7BAF-C676-EE4D-8377-E881C6C1FEF0}" dt="2022-11-09T04:27:09.089" v="432" actId="1076"/>
        <pc:sldMkLst>
          <pc:docMk/>
          <pc:sldMk cId="2274160022" sldId="264"/>
        </pc:sldMkLst>
        <pc:spChg chg="add mod">
          <ac:chgData name="jinoo.kang@gmail.com" userId="e6f62e587d84d131" providerId="LiveId" clId="{F82E7BAF-C676-EE4D-8377-E881C6C1FEF0}" dt="2022-11-09T04:26:48.323" v="411" actId="1076"/>
          <ac:spMkLst>
            <pc:docMk/>
            <pc:sldMk cId="2274160022" sldId="264"/>
            <ac:spMk id="3" creationId="{00396BC0-887E-D4D6-F734-934534560C79}"/>
          </ac:spMkLst>
        </pc:spChg>
        <pc:spChg chg="add mod">
          <ac:chgData name="jinoo.kang@gmail.com" userId="e6f62e587d84d131" providerId="LiveId" clId="{F82E7BAF-C676-EE4D-8377-E881C6C1FEF0}" dt="2022-11-09T04:27:09.089" v="432" actId="1076"/>
          <ac:spMkLst>
            <pc:docMk/>
            <pc:sldMk cId="2274160022" sldId="264"/>
            <ac:spMk id="9" creationId="{620D4683-6041-53E2-3767-D88C24BBC026}"/>
          </ac:spMkLst>
        </pc:spChg>
        <pc:picChg chg="mod">
          <ac:chgData name="jinoo.kang@gmail.com" userId="e6f62e587d84d131" providerId="LiveId" clId="{F82E7BAF-C676-EE4D-8377-E881C6C1FEF0}" dt="2022-11-09T04:26:44.989" v="410" actId="1076"/>
          <ac:picMkLst>
            <pc:docMk/>
            <pc:sldMk cId="2274160022" sldId="264"/>
            <ac:picMk id="3080" creationId="{CFA44568-D2C5-0427-B202-C851BCB5334F}"/>
          </ac:picMkLst>
        </pc:picChg>
      </pc:sldChg>
      <pc:sldChg chg="addSp modSp">
        <pc:chgData name="jinoo.kang@gmail.com" userId="e6f62e587d84d131" providerId="LiveId" clId="{F82E7BAF-C676-EE4D-8377-E881C6C1FEF0}" dt="2022-11-09T04:26:13.842" v="382" actId="14100"/>
        <pc:sldMkLst>
          <pc:docMk/>
          <pc:sldMk cId="2883219314" sldId="265"/>
        </pc:sldMkLst>
        <pc:spChg chg="add mod">
          <ac:chgData name="jinoo.kang@gmail.com" userId="e6f62e587d84d131" providerId="LiveId" clId="{F82E7BAF-C676-EE4D-8377-E881C6C1FEF0}" dt="2022-11-09T04:25:05.350" v="299" actId="1076"/>
          <ac:spMkLst>
            <pc:docMk/>
            <pc:sldMk cId="2883219314" sldId="265"/>
            <ac:spMk id="3" creationId="{A5953ABE-B5C5-3D1F-FD61-34079101AFA8}"/>
          </ac:spMkLst>
        </pc:spChg>
        <pc:spChg chg="add mod">
          <ac:chgData name="jinoo.kang@gmail.com" userId="e6f62e587d84d131" providerId="LiveId" clId="{F82E7BAF-C676-EE4D-8377-E881C6C1FEF0}" dt="2022-11-09T04:26:13.842" v="382" actId="14100"/>
          <ac:spMkLst>
            <pc:docMk/>
            <pc:sldMk cId="2883219314" sldId="265"/>
            <ac:spMk id="8" creationId="{05A50FE5-1A65-85EA-1920-5BAC204BD41A}"/>
          </ac:spMkLst>
        </pc:spChg>
      </pc:sldChg>
      <pc:sldChg chg="addSp modSp add">
        <pc:chgData name="jinoo.kang@gmail.com" userId="e6f62e587d84d131" providerId="LiveId" clId="{F82E7BAF-C676-EE4D-8377-E881C6C1FEF0}" dt="2022-11-09T07:32:28.404" v="1542" actId="22"/>
        <pc:sldMkLst>
          <pc:docMk/>
          <pc:sldMk cId="928510925" sldId="266"/>
        </pc:sldMkLst>
        <pc:spChg chg="mod">
          <ac:chgData name="jinoo.kang@gmail.com" userId="e6f62e587d84d131" providerId="LiveId" clId="{F82E7BAF-C676-EE4D-8377-E881C6C1FEF0}" dt="2022-11-09T07:32:28.404" v="1542" actId="22"/>
          <ac:spMkLst>
            <pc:docMk/>
            <pc:sldMk cId="928510925" sldId="266"/>
            <ac:spMk id="7" creationId="{00000000-0000-0000-0000-000000000000}"/>
          </ac:spMkLst>
        </pc:spChg>
        <pc:spChg chg="add mod">
          <ac:chgData name="jinoo.kang@gmail.com" userId="e6f62e587d84d131" providerId="LiveId" clId="{F82E7BAF-C676-EE4D-8377-E881C6C1FEF0}" dt="2022-11-09T07:22:12.293" v="1524" actId="1076"/>
          <ac:spMkLst>
            <pc:docMk/>
            <pc:sldMk cId="928510925" sldId="266"/>
            <ac:spMk id="10" creationId="{11D69AF8-C2F7-D8ED-76C3-0462D220CCB4}"/>
          </ac:spMkLst>
        </pc:spChg>
        <pc:picChg chg="add mod">
          <ac:chgData name="jinoo.kang@gmail.com" userId="e6f62e587d84d131" providerId="LiveId" clId="{F82E7BAF-C676-EE4D-8377-E881C6C1FEF0}" dt="2022-11-09T06:48:11.505" v="617" actId="1076"/>
          <ac:picMkLst>
            <pc:docMk/>
            <pc:sldMk cId="928510925" sldId="266"/>
            <ac:picMk id="8" creationId="{36B7BD7E-2D3B-309D-C47E-CA6B8005246B}"/>
          </ac:picMkLst>
        </pc:picChg>
      </pc:sldChg>
      <pc:sldChg chg="addSp modSp add addAnim delAnim modAnim">
        <pc:chgData name="jinoo.kang@gmail.com" userId="e6f62e587d84d131" providerId="LiveId" clId="{F82E7BAF-C676-EE4D-8377-E881C6C1FEF0}" dt="2022-11-09T07:32:33.549" v="1543" actId="22"/>
        <pc:sldMkLst>
          <pc:docMk/>
          <pc:sldMk cId="337634020" sldId="267"/>
        </pc:sldMkLst>
        <pc:spChg chg="mod">
          <ac:chgData name="jinoo.kang@gmail.com" userId="e6f62e587d84d131" providerId="LiveId" clId="{F82E7BAF-C676-EE4D-8377-E881C6C1FEF0}" dt="2022-11-09T07:32:33.549" v="1543" actId="22"/>
          <ac:spMkLst>
            <pc:docMk/>
            <pc:sldMk cId="337634020" sldId="267"/>
            <ac:spMk id="7" creationId="{00000000-0000-0000-0000-000000000000}"/>
          </ac:spMkLst>
        </pc:spChg>
        <pc:spChg chg="add mod">
          <ac:chgData name="jinoo.kang@gmail.com" userId="e6f62e587d84d131" providerId="LiveId" clId="{F82E7BAF-C676-EE4D-8377-E881C6C1FEF0}" dt="2022-11-09T07:21:27.955" v="1506" actId="1076"/>
          <ac:spMkLst>
            <pc:docMk/>
            <pc:sldMk cId="337634020" sldId="267"/>
            <ac:spMk id="13" creationId="{1A279F34-F81A-234B-97AA-3ADD3C677F9A}"/>
          </ac:spMkLst>
        </pc:spChg>
        <pc:picChg chg="add mod">
          <ac:chgData name="jinoo.kang@gmail.com" userId="e6f62e587d84d131" providerId="LiveId" clId="{F82E7BAF-C676-EE4D-8377-E881C6C1FEF0}" dt="2022-11-09T06:52:17.111" v="640" actId="1076"/>
          <ac:picMkLst>
            <pc:docMk/>
            <pc:sldMk cId="337634020" sldId="267"/>
            <ac:picMk id="8" creationId="{B1311452-01EE-89EC-E67A-36BEBD2E339E}"/>
          </ac:picMkLst>
        </pc:picChg>
        <pc:picChg chg="add mod">
          <ac:chgData name="jinoo.kang@gmail.com" userId="e6f62e587d84d131" providerId="LiveId" clId="{F82E7BAF-C676-EE4D-8377-E881C6C1FEF0}" dt="2022-11-09T06:52:19.152" v="641" actId="1076"/>
          <ac:picMkLst>
            <pc:docMk/>
            <pc:sldMk cId="337634020" sldId="267"/>
            <ac:picMk id="11" creationId="{39D8B4AB-5F53-6AD3-3FB9-0A9B8AD26CCE}"/>
          </ac:picMkLst>
        </pc:picChg>
      </pc:sldChg>
      <pc:sldChg chg="add del">
        <pc:chgData name="jinoo.kang@gmail.com" userId="e6f62e587d84d131" providerId="LiveId" clId="{F82E7BAF-C676-EE4D-8377-E881C6C1FEF0}" dt="2022-11-09T06:53:17.387" v="644" actId="2696"/>
        <pc:sldMkLst>
          <pc:docMk/>
          <pc:sldMk cId="971735484" sldId="268"/>
        </pc:sldMkLst>
      </pc:sldChg>
      <pc:sldChg chg="new del">
        <pc:chgData name="jinoo.kang@gmail.com" userId="e6f62e587d84d131" providerId="LiveId" clId="{F82E7BAF-C676-EE4D-8377-E881C6C1FEF0}" dt="2022-11-09T06:41:33.900" v="578" actId="2696"/>
        <pc:sldMkLst>
          <pc:docMk/>
          <pc:sldMk cId="1096693456" sldId="268"/>
        </pc:sldMkLst>
      </pc:sldChg>
      <pc:sldChg chg="addSp delSp modSp add delAnim">
        <pc:chgData name="jinoo.kang@gmail.com" userId="e6f62e587d84d131" providerId="LiveId" clId="{F82E7BAF-C676-EE4D-8377-E881C6C1FEF0}" dt="2022-11-10T05:40:20.119" v="2064" actId="478"/>
        <pc:sldMkLst>
          <pc:docMk/>
          <pc:sldMk cId="2269502342" sldId="268"/>
        </pc:sldMkLst>
        <pc:spChg chg="add mod">
          <ac:chgData name="jinoo.kang@gmail.com" userId="e6f62e587d84d131" providerId="LiveId" clId="{F82E7BAF-C676-EE4D-8377-E881C6C1FEF0}" dt="2022-11-10T05:30:54.834" v="1944" actId="1076"/>
          <ac:spMkLst>
            <pc:docMk/>
            <pc:sldMk cId="2269502342" sldId="268"/>
            <ac:spMk id="2" creationId="{BFA362FF-D573-B275-308B-4EB0621CA487}"/>
          </ac:spMkLst>
        </pc:spChg>
        <pc:spChg chg="add mod">
          <ac:chgData name="jinoo.kang@gmail.com" userId="e6f62e587d84d131" providerId="LiveId" clId="{F82E7BAF-C676-EE4D-8377-E881C6C1FEF0}" dt="2022-11-10T05:24:59.025" v="1579" actId="1076"/>
          <ac:spMkLst>
            <pc:docMk/>
            <pc:sldMk cId="2269502342" sldId="268"/>
            <ac:spMk id="3" creationId="{86BDB5F4-0CDB-A11E-E010-85121D5AD774}"/>
          </ac:spMkLst>
        </pc:spChg>
        <pc:spChg chg="add mod ord">
          <ac:chgData name="jinoo.kang@gmail.com" userId="e6f62e587d84d131" providerId="LiveId" clId="{F82E7BAF-C676-EE4D-8377-E881C6C1FEF0}" dt="2022-11-10T05:32:09.791" v="1961" actId="1076"/>
          <ac:spMkLst>
            <pc:docMk/>
            <pc:sldMk cId="2269502342" sldId="268"/>
            <ac:spMk id="8" creationId="{ACD76D17-E102-0A6D-483C-6EF63154F42E}"/>
          </ac:spMkLst>
        </pc:spChg>
        <pc:spChg chg="add mod">
          <ac:chgData name="jinoo.kang@gmail.com" userId="e6f62e587d84d131" providerId="LiveId" clId="{F82E7BAF-C676-EE4D-8377-E881C6C1FEF0}" dt="2022-11-10T05:32:16.535" v="1964" actId="1076"/>
          <ac:spMkLst>
            <pc:docMk/>
            <pc:sldMk cId="2269502342" sldId="268"/>
            <ac:spMk id="10" creationId="{42868E4A-4793-E7ED-1BE6-5D1837B76A02}"/>
          </ac:spMkLst>
        </pc:spChg>
        <pc:spChg chg="add mod">
          <ac:chgData name="jinoo.kang@gmail.com" userId="e6f62e587d84d131" providerId="LiveId" clId="{F82E7BAF-C676-EE4D-8377-E881C6C1FEF0}" dt="2022-11-10T05:36:14.180" v="2015" actId="1076"/>
          <ac:spMkLst>
            <pc:docMk/>
            <pc:sldMk cId="2269502342" sldId="268"/>
            <ac:spMk id="12" creationId="{7FE823E0-6C95-F18C-BBFE-CC6F7EDB03C4}"/>
          </ac:spMkLst>
        </pc:spChg>
        <pc:spChg chg="del">
          <ac:chgData name="jinoo.kang@gmail.com" userId="e6f62e587d84d131" providerId="LiveId" clId="{F82E7BAF-C676-EE4D-8377-E881C6C1FEF0}" dt="2022-11-09T07:32:42.728" v="1546" actId="478"/>
          <ac:spMkLst>
            <pc:docMk/>
            <pc:sldMk cId="2269502342" sldId="268"/>
            <ac:spMk id="13" creationId="{1A279F34-F81A-234B-97AA-3ADD3C677F9A}"/>
          </ac:spMkLst>
        </pc:spChg>
        <pc:spChg chg="add mod">
          <ac:chgData name="jinoo.kang@gmail.com" userId="e6f62e587d84d131" providerId="LiveId" clId="{F82E7BAF-C676-EE4D-8377-E881C6C1FEF0}" dt="2022-11-10T05:37:16.558" v="2018" actId="1076"/>
          <ac:spMkLst>
            <pc:docMk/>
            <pc:sldMk cId="2269502342" sldId="268"/>
            <ac:spMk id="14" creationId="{1507AECC-C12D-0410-A0BC-0AF91033B7C6}"/>
          </ac:spMkLst>
        </pc:spChg>
        <pc:spChg chg="add mod">
          <ac:chgData name="jinoo.kang@gmail.com" userId="e6f62e587d84d131" providerId="LiveId" clId="{F82E7BAF-C676-EE4D-8377-E881C6C1FEF0}" dt="2022-11-10T05:30:57.465" v="1945" actId="1076"/>
          <ac:spMkLst>
            <pc:docMk/>
            <pc:sldMk cId="2269502342" sldId="268"/>
            <ac:spMk id="16" creationId="{3765801D-7C44-F3E8-0559-F9AED879F0FB}"/>
          </ac:spMkLst>
        </pc:spChg>
        <pc:spChg chg="add mod">
          <ac:chgData name="jinoo.kang@gmail.com" userId="e6f62e587d84d131" providerId="LiveId" clId="{F82E7BAF-C676-EE4D-8377-E881C6C1FEF0}" dt="2022-11-10T05:36:16.581" v="2016" actId="1076"/>
          <ac:spMkLst>
            <pc:docMk/>
            <pc:sldMk cId="2269502342" sldId="268"/>
            <ac:spMk id="18" creationId="{18D1E187-578F-A4C5-6B7B-9675EC283715}"/>
          </ac:spMkLst>
        </pc:spChg>
        <pc:spChg chg="add mod">
          <ac:chgData name="jinoo.kang@gmail.com" userId="e6f62e587d84d131" providerId="LiveId" clId="{F82E7BAF-C676-EE4D-8377-E881C6C1FEF0}" dt="2022-11-10T05:37:13.292" v="2017" actId="1076"/>
          <ac:spMkLst>
            <pc:docMk/>
            <pc:sldMk cId="2269502342" sldId="268"/>
            <ac:spMk id="19" creationId="{544E885D-ABD5-A506-3334-5CC094A83E84}"/>
          </ac:spMkLst>
        </pc:spChg>
        <pc:spChg chg="add mod">
          <ac:chgData name="jinoo.kang@gmail.com" userId="e6f62e587d84d131" providerId="LiveId" clId="{F82E7BAF-C676-EE4D-8377-E881C6C1FEF0}" dt="2022-11-10T05:37:26.679" v="2020" actId="1076"/>
          <ac:spMkLst>
            <pc:docMk/>
            <pc:sldMk cId="2269502342" sldId="268"/>
            <ac:spMk id="21" creationId="{41F95796-31EC-7BD4-480C-360115070C54}"/>
          </ac:spMkLst>
        </pc:spChg>
        <pc:spChg chg="add mod ord">
          <ac:chgData name="jinoo.kang@gmail.com" userId="e6f62e587d84d131" providerId="LiveId" clId="{F82E7BAF-C676-EE4D-8377-E881C6C1FEF0}" dt="2022-11-10T05:37:23.384" v="2019" actId="1076"/>
          <ac:spMkLst>
            <pc:docMk/>
            <pc:sldMk cId="2269502342" sldId="268"/>
            <ac:spMk id="23" creationId="{68412010-04DA-FC3A-3320-69F9FA76683B}"/>
          </ac:spMkLst>
        </pc:spChg>
        <pc:spChg chg="add mod">
          <ac:chgData name="jinoo.kang@gmail.com" userId="e6f62e587d84d131" providerId="LiveId" clId="{F82E7BAF-C676-EE4D-8377-E881C6C1FEF0}" dt="2022-11-10T05:38:15.179" v="2033" actId="1076"/>
          <ac:spMkLst>
            <pc:docMk/>
            <pc:sldMk cId="2269502342" sldId="268"/>
            <ac:spMk id="25" creationId="{2388E0CB-C0EB-1B64-4A05-3491D8DEDAE1}"/>
          </ac:spMkLst>
        </pc:spChg>
        <pc:spChg chg="add mod">
          <ac:chgData name="jinoo.kang@gmail.com" userId="e6f62e587d84d131" providerId="LiveId" clId="{F82E7BAF-C676-EE4D-8377-E881C6C1FEF0}" dt="2022-11-10T05:38:24.102" v="2036" actId="1076"/>
          <ac:spMkLst>
            <pc:docMk/>
            <pc:sldMk cId="2269502342" sldId="268"/>
            <ac:spMk id="27" creationId="{AE891485-2AEA-CC43-45AF-B642A09D91AB}"/>
          </ac:spMkLst>
        </pc:spChg>
        <pc:spChg chg="add mod">
          <ac:chgData name="jinoo.kang@gmail.com" userId="e6f62e587d84d131" providerId="LiveId" clId="{F82E7BAF-C676-EE4D-8377-E881C6C1FEF0}" dt="2022-11-10T05:38:12.480" v="2032" actId="1076"/>
          <ac:spMkLst>
            <pc:docMk/>
            <pc:sldMk cId="2269502342" sldId="268"/>
            <ac:spMk id="28" creationId="{AE36C1BF-A658-A8DA-8621-34183E95C0A3}"/>
          </ac:spMkLst>
        </pc:spChg>
        <pc:spChg chg="add mod">
          <ac:chgData name="jinoo.kang@gmail.com" userId="e6f62e587d84d131" providerId="LiveId" clId="{F82E7BAF-C676-EE4D-8377-E881C6C1FEF0}" dt="2022-11-10T05:38:20.782" v="2035" actId="1076"/>
          <ac:spMkLst>
            <pc:docMk/>
            <pc:sldMk cId="2269502342" sldId="268"/>
            <ac:spMk id="29" creationId="{A3C19115-B98E-7958-D9F9-2BFA4634916D}"/>
          </ac:spMkLst>
        </pc:spChg>
        <pc:spChg chg="add del mod">
          <ac:chgData name="jinoo.kang@gmail.com" userId="e6f62e587d84d131" providerId="LiveId" clId="{F82E7BAF-C676-EE4D-8377-E881C6C1FEF0}" dt="2022-11-10T05:35:06.835" v="1996" actId="478"/>
          <ac:spMkLst>
            <pc:docMk/>
            <pc:sldMk cId="2269502342" sldId="268"/>
            <ac:spMk id="40" creationId="{91FCB95C-2D5E-2575-37E5-9A744BCBBA21}"/>
          </ac:spMkLst>
        </pc:spChg>
        <pc:spChg chg="add mod">
          <ac:chgData name="jinoo.kang@gmail.com" userId="e6f62e587d84d131" providerId="LiveId" clId="{F82E7BAF-C676-EE4D-8377-E881C6C1FEF0}" dt="2022-11-10T05:35:45.427" v="2009" actId="1076"/>
          <ac:spMkLst>
            <pc:docMk/>
            <pc:sldMk cId="2269502342" sldId="268"/>
            <ac:spMk id="41" creationId="{3DD7E032-609C-7EAC-A52A-06582B268D84}"/>
          </ac:spMkLst>
        </pc:spChg>
        <pc:spChg chg="add mod">
          <ac:chgData name="jinoo.kang@gmail.com" userId="e6f62e587d84d131" providerId="LiveId" clId="{F82E7BAF-C676-EE4D-8377-E881C6C1FEF0}" dt="2022-11-10T05:35:54.868" v="2011" actId="1076"/>
          <ac:spMkLst>
            <pc:docMk/>
            <pc:sldMk cId="2269502342" sldId="268"/>
            <ac:spMk id="43" creationId="{FB929452-A8E0-5BBC-8B8F-984C6FCC9494}"/>
          </ac:spMkLst>
        </pc:spChg>
        <pc:spChg chg="add mod">
          <ac:chgData name="jinoo.kang@gmail.com" userId="e6f62e587d84d131" providerId="LiveId" clId="{F82E7BAF-C676-EE4D-8377-E881C6C1FEF0}" dt="2022-11-10T05:37:34.221" v="2022" actId="1076"/>
          <ac:spMkLst>
            <pc:docMk/>
            <pc:sldMk cId="2269502342" sldId="268"/>
            <ac:spMk id="45" creationId="{CD887DBB-C640-AD52-3C34-986E718E2A7E}"/>
          </ac:spMkLst>
        </pc:spChg>
        <pc:spChg chg="add mod">
          <ac:chgData name="jinoo.kang@gmail.com" userId="e6f62e587d84d131" providerId="LiveId" clId="{F82E7BAF-C676-EE4D-8377-E881C6C1FEF0}" dt="2022-11-10T05:37:55.107" v="2027" actId="1076"/>
          <ac:spMkLst>
            <pc:docMk/>
            <pc:sldMk cId="2269502342" sldId="268"/>
            <ac:spMk id="47" creationId="{A1161E9E-F9E2-2107-7F70-83AD08FAC1FB}"/>
          </ac:spMkLst>
        </pc:spChg>
        <pc:spChg chg="add mod">
          <ac:chgData name="jinoo.kang@gmail.com" userId="e6f62e587d84d131" providerId="LiveId" clId="{F82E7BAF-C676-EE4D-8377-E881C6C1FEF0}" dt="2022-11-10T05:38:10.102" v="2031" actId="1076"/>
          <ac:spMkLst>
            <pc:docMk/>
            <pc:sldMk cId="2269502342" sldId="268"/>
            <ac:spMk id="49" creationId="{2D888ECA-DAF5-A130-2999-E63183265FE5}"/>
          </ac:spMkLst>
        </pc:spChg>
        <pc:picChg chg="del">
          <ac:chgData name="jinoo.kang@gmail.com" userId="e6f62e587d84d131" providerId="LiveId" clId="{F82E7BAF-C676-EE4D-8377-E881C6C1FEF0}" dt="2022-11-09T07:32:39.347" v="1545" actId="478"/>
          <ac:picMkLst>
            <pc:docMk/>
            <pc:sldMk cId="2269502342" sldId="268"/>
            <ac:picMk id="8" creationId="{B1311452-01EE-89EC-E67A-36BEBD2E339E}"/>
          </ac:picMkLst>
        </pc:picChg>
        <pc:picChg chg="del">
          <ac:chgData name="jinoo.kang@gmail.com" userId="e6f62e587d84d131" providerId="LiveId" clId="{F82E7BAF-C676-EE4D-8377-E881C6C1FEF0}" dt="2022-11-09T07:32:37.164" v="1544" actId="478"/>
          <ac:picMkLst>
            <pc:docMk/>
            <pc:sldMk cId="2269502342" sldId="268"/>
            <ac:picMk id="11" creationId="{39D8B4AB-5F53-6AD3-3FB9-0A9B8AD26CCE}"/>
          </ac:picMkLst>
        </pc:picChg>
        <pc:cxnChg chg="add del mod">
          <ac:chgData name="jinoo.kang@gmail.com" userId="e6f62e587d84d131" providerId="LiveId" clId="{F82E7BAF-C676-EE4D-8377-E881C6C1FEF0}" dt="2022-11-10T05:33:29.330" v="1972" actId="478"/>
          <ac:cxnSpMkLst>
            <pc:docMk/>
            <pc:sldMk cId="2269502342" sldId="268"/>
            <ac:cxnSpMk id="30" creationId="{C23C8B50-9633-7E8B-5159-DD85ED211051}"/>
          </ac:cxnSpMkLst>
        </pc:cxnChg>
        <pc:cxnChg chg="add del mod">
          <ac:chgData name="jinoo.kang@gmail.com" userId="e6f62e587d84d131" providerId="LiveId" clId="{F82E7BAF-C676-EE4D-8377-E881C6C1FEF0}" dt="2022-11-10T05:34:28.213" v="1984" actId="478"/>
          <ac:cxnSpMkLst>
            <pc:docMk/>
            <pc:sldMk cId="2269502342" sldId="268"/>
            <ac:cxnSpMk id="33" creationId="{084EDD54-1749-040D-8858-8280B9B864AA}"/>
          </ac:cxnSpMkLst>
        </pc:cxnChg>
        <pc:cxnChg chg="add del mod">
          <ac:chgData name="jinoo.kang@gmail.com" userId="e6f62e587d84d131" providerId="LiveId" clId="{F82E7BAF-C676-EE4D-8377-E881C6C1FEF0}" dt="2022-11-10T05:40:20.119" v="2064" actId="478"/>
          <ac:cxnSpMkLst>
            <pc:docMk/>
            <pc:sldMk cId="2269502342" sldId="268"/>
            <ac:cxnSpMk id="50" creationId="{E6952E55-F2AC-211B-4DC3-6B4C9EAD4EC5}"/>
          </ac:cxnSpMkLst>
        </pc:cxnChg>
      </pc:sldChg>
      <pc:sldChg chg="new del">
        <pc:chgData name="jinoo.kang@gmail.com" userId="e6f62e587d84d131" providerId="LiveId" clId="{F82E7BAF-C676-EE4D-8377-E881C6C1FEF0}" dt="2022-11-09T04:23:29.761" v="201" actId="680"/>
        <pc:sldMkLst>
          <pc:docMk/>
          <pc:sldMk cId="2692158898" sldId="268"/>
        </pc:sldMkLst>
      </pc:sldChg>
      <pc:sldChg chg="add">
        <pc:chgData name="jinoo.kang@gmail.com" userId="e6f62e587d84d131" providerId="LiveId" clId="{F82E7BAF-C676-EE4D-8377-E881C6C1FEF0}" dt="2022-11-09T07:34:55.407" v="1548" actId="22"/>
        <pc:sldMkLst>
          <pc:docMk/>
          <pc:sldMk cId="1034065695" sldId="269"/>
        </pc:sldMkLst>
      </pc:sldChg>
      <pc:sldChg chg="add del">
        <pc:chgData name="jinoo.kang@gmail.com" userId="e6f62e587d84d131" providerId="LiveId" clId="{F82E7BAF-C676-EE4D-8377-E881C6C1FEF0}" dt="2022-11-09T06:53:18.881" v="645" actId="2696"/>
        <pc:sldMkLst>
          <pc:docMk/>
          <pc:sldMk cId="4058891547" sldId="269"/>
        </pc:sldMkLst>
      </pc:sldChg>
      <pc:sldChg chg="add del">
        <pc:chgData name="jinoo.kang@gmail.com" userId="e6f62e587d84d131" providerId="LiveId" clId="{F82E7BAF-C676-EE4D-8377-E881C6C1FEF0}" dt="2022-11-09T06:53:20.413" v="646" actId="2696"/>
        <pc:sldMkLst>
          <pc:docMk/>
          <pc:sldMk cId="1465330649" sldId="270"/>
        </pc:sldMkLst>
      </pc:sldChg>
      <pc:sldChg chg="add">
        <pc:chgData name="jinoo.kang@gmail.com" userId="e6f62e587d84d131" providerId="LiveId" clId="{F82E7BAF-C676-EE4D-8377-E881C6C1FEF0}" dt="2022-11-09T07:34:57.238" v="1549" actId="22"/>
        <pc:sldMkLst>
          <pc:docMk/>
          <pc:sldMk cId="1832640396" sldId="270"/>
        </pc:sldMkLst>
      </pc:sldChg>
      <pc:sldChg chg="add">
        <pc:chgData name="jinoo.kang@gmail.com" userId="e6f62e587d84d131" providerId="LiveId" clId="{F82E7BAF-C676-EE4D-8377-E881C6C1FEF0}" dt="2022-11-09T07:34:58.686" v="1550" actId="22"/>
        <pc:sldMkLst>
          <pc:docMk/>
          <pc:sldMk cId="399816333" sldId="27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E4560-C9FC-401F-A187-699F003262C8}" type="datetimeFigureOut">
              <a:rPr lang="ko-KR" altLang="en-US" smtClean="0"/>
              <a:t>2022. 11. 10.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80F73-A45C-4F29-8353-5E1BBE2199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6327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E4560-C9FC-401F-A187-699F003262C8}" type="datetimeFigureOut">
              <a:rPr lang="ko-KR" altLang="en-US" smtClean="0"/>
              <a:t>2022. 11. 10.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80F73-A45C-4F29-8353-5E1BBE2199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6707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E4560-C9FC-401F-A187-699F003262C8}" type="datetimeFigureOut">
              <a:rPr lang="ko-KR" altLang="en-US" smtClean="0"/>
              <a:t>2022. 11. 10.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80F73-A45C-4F29-8353-5E1BBE2199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6745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E4560-C9FC-401F-A187-699F003262C8}" type="datetimeFigureOut">
              <a:rPr lang="ko-KR" altLang="en-US" smtClean="0"/>
              <a:t>2022. 11. 10.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80F73-A45C-4F29-8353-5E1BBE2199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4822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E4560-C9FC-401F-A187-699F003262C8}" type="datetimeFigureOut">
              <a:rPr lang="ko-KR" altLang="en-US" smtClean="0"/>
              <a:t>2022. 11. 10.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80F73-A45C-4F29-8353-5E1BBE2199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476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E4560-C9FC-401F-A187-699F003262C8}" type="datetimeFigureOut">
              <a:rPr lang="ko-KR" altLang="en-US" smtClean="0"/>
              <a:t>2022. 11. 10.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80F73-A45C-4F29-8353-5E1BBE2199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3359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E4560-C9FC-401F-A187-699F003262C8}" type="datetimeFigureOut">
              <a:rPr lang="ko-KR" altLang="en-US" smtClean="0"/>
              <a:t>2022. 11. 10.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80F73-A45C-4F29-8353-5E1BBE2199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1769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E4560-C9FC-401F-A187-699F003262C8}" type="datetimeFigureOut">
              <a:rPr lang="ko-KR" altLang="en-US" smtClean="0"/>
              <a:t>2022. 11. 10.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80F73-A45C-4F29-8353-5E1BBE2199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5342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E4560-C9FC-401F-A187-699F003262C8}" type="datetimeFigureOut">
              <a:rPr lang="ko-KR" altLang="en-US" smtClean="0"/>
              <a:t>2022. 11. 10.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80F73-A45C-4F29-8353-5E1BBE2199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6531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E4560-C9FC-401F-A187-699F003262C8}" type="datetimeFigureOut">
              <a:rPr lang="ko-KR" altLang="en-US" smtClean="0"/>
              <a:t>2022. 11. 10.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80F73-A45C-4F29-8353-5E1BBE2199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5741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E4560-C9FC-401F-A187-699F003262C8}" type="datetimeFigureOut">
              <a:rPr lang="ko-KR" altLang="en-US" smtClean="0"/>
              <a:t>2022. 11. 10.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80F73-A45C-4F29-8353-5E1BBE2199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2501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8E4560-C9FC-401F-A187-699F003262C8}" type="datetimeFigureOut">
              <a:rPr lang="ko-KR" altLang="en-US" smtClean="0"/>
              <a:t>2022. 11. 10.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780F73-A45C-4F29-8353-5E1BBE2199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004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3528204" y="3990184"/>
            <a:ext cx="4472796" cy="1565228"/>
          </a:xfrm>
        </p:spPr>
        <p:txBody>
          <a:bodyPr>
            <a:noAutofit/>
          </a:bodyPr>
          <a:lstStyle/>
          <a:p>
            <a:pPr algn="r"/>
            <a:endParaRPr lang="en-US" altLang="ko-KR" sz="1800" b="1" dirty="0">
              <a:solidFill>
                <a:srgbClr val="FF0000"/>
              </a:solidFill>
            </a:endParaRPr>
          </a:p>
          <a:p>
            <a:pPr algn="r"/>
            <a:r>
              <a:rPr lang="en-US" altLang="ko-KR" sz="1800" b="1" dirty="0">
                <a:solidFill>
                  <a:srgbClr val="FF0000"/>
                </a:solidFill>
              </a:rPr>
              <a:t>*</a:t>
            </a:r>
            <a:r>
              <a:rPr lang="ko-KR" altLang="en-US" sz="1800" b="1" dirty="0">
                <a:solidFill>
                  <a:srgbClr val="FF0000"/>
                </a:solidFill>
              </a:rPr>
              <a:t>조 발표자 </a:t>
            </a:r>
            <a:r>
              <a:rPr lang="ko-KR" altLang="en-US" sz="1800" b="1" dirty="0"/>
              <a:t>박동하</a:t>
            </a:r>
            <a:endParaRPr lang="en-US" altLang="ko-KR" sz="1800" b="1" dirty="0"/>
          </a:p>
          <a:p>
            <a:pPr algn="r"/>
            <a:r>
              <a:rPr lang="ko-KR" altLang="en-US" sz="1800" b="1" dirty="0">
                <a:solidFill>
                  <a:srgbClr val="FF0000"/>
                </a:solidFill>
              </a:rPr>
              <a:t>조원 </a:t>
            </a:r>
            <a:r>
              <a:rPr lang="ko-KR" altLang="en-US" sz="1800" b="1" dirty="0"/>
              <a:t>강진우</a:t>
            </a:r>
            <a:endParaRPr lang="en-US" altLang="ko-KR" sz="1800" b="1" dirty="0"/>
          </a:p>
          <a:p>
            <a:pPr algn="r"/>
            <a:r>
              <a:rPr lang="ko-KR" altLang="en-US" sz="1800" b="1" dirty="0">
                <a:solidFill>
                  <a:srgbClr val="FF0000"/>
                </a:solidFill>
              </a:rPr>
              <a:t>조원 </a:t>
            </a:r>
            <a:r>
              <a:rPr lang="ko-KR" altLang="en-US" sz="1800" b="1" dirty="0"/>
              <a:t>김지호</a:t>
            </a:r>
            <a:endParaRPr lang="en-US" altLang="ko-KR" sz="1800" b="1" dirty="0"/>
          </a:p>
          <a:p>
            <a:pPr algn="r"/>
            <a:endParaRPr lang="ko-KR" altLang="en-US" sz="1800" b="1" dirty="0">
              <a:solidFill>
                <a:srgbClr val="FF0000"/>
              </a:solidFill>
            </a:endParaRPr>
          </a:p>
        </p:txBody>
      </p:sp>
      <p:sp>
        <p:nvSpPr>
          <p:cNvPr id="4" name="자유형: 도형 43">
            <a:extLst>
              <a:ext uri="{FF2B5EF4-FFF2-40B4-BE49-F238E27FC236}">
                <a16:creationId xmlns:a16="http://schemas.microsoft.com/office/drawing/2014/main" id="{8E5EA1B6-E650-4F51-BFD9-11601545DC7F}"/>
              </a:ext>
            </a:extLst>
          </p:cNvPr>
          <p:cNvSpPr/>
          <p:nvPr/>
        </p:nvSpPr>
        <p:spPr>
          <a:xfrm flipH="1" flipV="1">
            <a:off x="1727885" y="-5392"/>
            <a:ext cx="5207221" cy="269176"/>
          </a:xfrm>
          <a:custGeom>
            <a:avLst/>
            <a:gdLst>
              <a:gd name="connsiteX0" fmla="*/ 6546335 w 6942961"/>
              <a:gd name="connsiteY0" fmla="*/ 0 h 531119"/>
              <a:gd name="connsiteX1" fmla="*/ 3471481 w 6942961"/>
              <a:gd name="connsiteY1" fmla="*/ 798 h 531119"/>
              <a:gd name="connsiteX2" fmla="*/ 396626 w 6942961"/>
              <a:gd name="connsiteY2" fmla="*/ 0 h 531119"/>
              <a:gd name="connsiteX3" fmla="*/ 307886 w 6942961"/>
              <a:gd name="connsiteY3" fmla="*/ 45974 h 531119"/>
              <a:gd name="connsiteX4" fmla="*/ 0 w 6942961"/>
              <a:gd name="connsiteY4" fmla="*/ 531119 h 531119"/>
              <a:gd name="connsiteX5" fmla="*/ 3466008 w 6942961"/>
              <a:gd name="connsiteY5" fmla="*/ 531119 h 531119"/>
              <a:gd name="connsiteX6" fmla="*/ 3476954 w 6942961"/>
              <a:gd name="connsiteY6" fmla="*/ 531119 h 531119"/>
              <a:gd name="connsiteX7" fmla="*/ 6942961 w 6942961"/>
              <a:gd name="connsiteY7" fmla="*/ 531119 h 531119"/>
              <a:gd name="connsiteX8" fmla="*/ 6635075 w 6942961"/>
              <a:gd name="connsiteY8" fmla="*/ 45974 h 531119"/>
              <a:gd name="connsiteX9" fmla="*/ 6546335 w 6942961"/>
              <a:gd name="connsiteY9" fmla="*/ 0 h 531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942961" h="531119">
                <a:moveTo>
                  <a:pt x="6546335" y="0"/>
                </a:moveTo>
                <a:lnTo>
                  <a:pt x="3471481" y="798"/>
                </a:lnTo>
                <a:lnTo>
                  <a:pt x="396626" y="0"/>
                </a:lnTo>
                <a:cubicBezTo>
                  <a:pt x="349684" y="4436"/>
                  <a:pt x="325891" y="18551"/>
                  <a:pt x="307886" y="45974"/>
                </a:cubicBezTo>
                <a:lnTo>
                  <a:pt x="0" y="531119"/>
                </a:lnTo>
                <a:lnTo>
                  <a:pt x="3466008" y="531119"/>
                </a:lnTo>
                <a:lnTo>
                  <a:pt x="3476954" y="531119"/>
                </a:lnTo>
                <a:lnTo>
                  <a:pt x="6942961" y="531119"/>
                </a:lnTo>
                <a:lnTo>
                  <a:pt x="6635075" y="45974"/>
                </a:lnTo>
                <a:cubicBezTo>
                  <a:pt x="6617070" y="18551"/>
                  <a:pt x="6593277" y="4436"/>
                  <a:pt x="6546335" y="0"/>
                </a:cubicBezTo>
                <a:close/>
              </a:path>
            </a:pathLst>
          </a:custGeom>
          <a:solidFill>
            <a:srgbClr val="DE2A3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35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59D7302-9336-49BE-97D2-8D8F4AAED2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5585" y="55310"/>
            <a:ext cx="1811003" cy="208474"/>
          </a:xfrm>
          <a:prstGeom prst="rect">
            <a:avLst/>
          </a:prstGeom>
        </p:spPr>
      </p:pic>
      <p:sp>
        <p:nvSpPr>
          <p:cNvPr id="6" name="부제목 2"/>
          <p:cNvSpPr txBox="1">
            <a:spLocks/>
          </p:cNvSpPr>
          <p:nvPr/>
        </p:nvSpPr>
        <p:spPr>
          <a:xfrm>
            <a:off x="1143000" y="1661348"/>
            <a:ext cx="6858000" cy="1241822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4000" b="1" dirty="0">
                <a:solidFill>
                  <a:srgbClr val="FF0000"/>
                </a:solidFill>
              </a:rPr>
              <a:t>OTP </a:t>
            </a:r>
            <a:r>
              <a:rPr lang="ko-KR" altLang="en-US" sz="4000" b="1" dirty="0" err="1">
                <a:solidFill>
                  <a:srgbClr val="FF0000"/>
                </a:solidFill>
              </a:rPr>
              <a:t>도어락</a:t>
            </a:r>
            <a:endParaRPr lang="ko-KR" altLang="en-US" sz="4000" b="1" dirty="0">
              <a:solidFill>
                <a:srgbClr val="FF0000"/>
              </a:solidFill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29" t="20279" b="21052"/>
          <a:stretch/>
        </p:blipFill>
        <p:spPr>
          <a:xfrm>
            <a:off x="5971054" y="3808639"/>
            <a:ext cx="1991846" cy="391886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78" r="49305" b="22227"/>
          <a:stretch/>
        </p:blipFill>
        <p:spPr>
          <a:xfrm>
            <a:off x="5799066" y="3416752"/>
            <a:ext cx="2201934" cy="391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715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자유형: 도형 43">
            <a:extLst>
              <a:ext uri="{FF2B5EF4-FFF2-40B4-BE49-F238E27FC236}">
                <a16:creationId xmlns:a16="http://schemas.microsoft.com/office/drawing/2014/main" id="{8E5EA1B6-E650-4F51-BFD9-11601545DC7F}"/>
              </a:ext>
            </a:extLst>
          </p:cNvPr>
          <p:cNvSpPr/>
          <p:nvPr/>
        </p:nvSpPr>
        <p:spPr>
          <a:xfrm flipH="1" flipV="1">
            <a:off x="1727885" y="-5392"/>
            <a:ext cx="5207221" cy="269176"/>
          </a:xfrm>
          <a:custGeom>
            <a:avLst/>
            <a:gdLst>
              <a:gd name="connsiteX0" fmla="*/ 6546335 w 6942961"/>
              <a:gd name="connsiteY0" fmla="*/ 0 h 531119"/>
              <a:gd name="connsiteX1" fmla="*/ 3471481 w 6942961"/>
              <a:gd name="connsiteY1" fmla="*/ 798 h 531119"/>
              <a:gd name="connsiteX2" fmla="*/ 396626 w 6942961"/>
              <a:gd name="connsiteY2" fmla="*/ 0 h 531119"/>
              <a:gd name="connsiteX3" fmla="*/ 307886 w 6942961"/>
              <a:gd name="connsiteY3" fmla="*/ 45974 h 531119"/>
              <a:gd name="connsiteX4" fmla="*/ 0 w 6942961"/>
              <a:gd name="connsiteY4" fmla="*/ 531119 h 531119"/>
              <a:gd name="connsiteX5" fmla="*/ 3466008 w 6942961"/>
              <a:gd name="connsiteY5" fmla="*/ 531119 h 531119"/>
              <a:gd name="connsiteX6" fmla="*/ 3476954 w 6942961"/>
              <a:gd name="connsiteY6" fmla="*/ 531119 h 531119"/>
              <a:gd name="connsiteX7" fmla="*/ 6942961 w 6942961"/>
              <a:gd name="connsiteY7" fmla="*/ 531119 h 531119"/>
              <a:gd name="connsiteX8" fmla="*/ 6635075 w 6942961"/>
              <a:gd name="connsiteY8" fmla="*/ 45974 h 531119"/>
              <a:gd name="connsiteX9" fmla="*/ 6546335 w 6942961"/>
              <a:gd name="connsiteY9" fmla="*/ 0 h 531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942961" h="531119">
                <a:moveTo>
                  <a:pt x="6546335" y="0"/>
                </a:moveTo>
                <a:lnTo>
                  <a:pt x="3471481" y="798"/>
                </a:lnTo>
                <a:lnTo>
                  <a:pt x="396626" y="0"/>
                </a:lnTo>
                <a:cubicBezTo>
                  <a:pt x="349684" y="4436"/>
                  <a:pt x="325891" y="18551"/>
                  <a:pt x="307886" y="45974"/>
                </a:cubicBezTo>
                <a:lnTo>
                  <a:pt x="0" y="531119"/>
                </a:lnTo>
                <a:lnTo>
                  <a:pt x="3466008" y="531119"/>
                </a:lnTo>
                <a:lnTo>
                  <a:pt x="3476954" y="531119"/>
                </a:lnTo>
                <a:lnTo>
                  <a:pt x="6942961" y="531119"/>
                </a:lnTo>
                <a:lnTo>
                  <a:pt x="6635075" y="45974"/>
                </a:lnTo>
                <a:cubicBezTo>
                  <a:pt x="6617070" y="18551"/>
                  <a:pt x="6593277" y="4436"/>
                  <a:pt x="6546335" y="0"/>
                </a:cubicBezTo>
                <a:close/>
              </a:path>
            </a:pathLst>
          </a:custGeom>
          <a:solidFill>
            <a:srgbClr val="DE2A3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35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59D7302-9336-49BE-97D2-8D8F4AAED2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5585" y="55310"/>
            <a:ext cx="1811003" cy="208474"/>
          </a:xfrm>
          <a:prstGeom prst="rect">
            <a:avLst/>
          </a:prstGeom>
        </p:spPr>
      </p:pic>
      <p:cxnSp>
        <p:nvCxnSpPr>
          <p:cNvPr id="6" name="직선 연결선 5"/>
          <p:cNvCxnSpPr/>
          <p:nvPr/>
        </p:nvCxnSpPr>
        <p:spPr>
          <a:xfrm>
            <a:off x="0" y="1755715"/>
            <a:ext cx="1586918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1515" y="1170940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목차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515" y="2053086"/>
            <a:ext cx="3757760" cy="28020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/>
              <a:t>프로젝트 필요성 및 목표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/>
              <a:t>서비스 시나리오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/>
              <a:t>수행 내용 및 일정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/>
              <a:t>수행 방법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/>
              <a:t>기대효과 및 활용방안</a:t>
            </a:r>
          </a:p>
        </p:txBody>
      </p:sp>
    </p:spTree>
    <p:extLst>
      <p:ext uri="{BB962C8B-B14F-4D97-AF65-F5344CB8AC3E}">
        <p14:creationId xmlns:p14="http://schemas.microsoft.com/office/powerpoint/2010/main" val="3766304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자유형: 도형 43">
            <a:extLst>
              <a:ext uri="{FF2B5EF4-FFF2-40B4-BE49-F238E27FC236}">
                <a16:creationId xmlns:a16="http://schemas.microsoft.com/office/drawing/2014/main" id="{8E5EA1B6-E650-4F51-BFD9-11601545DC7F}"/>
              </a:ext>
            </a:extLst>
          </p:cNvPr>
          <p:cNvSpPr/>
          <p:nvPr/>
        </p:nvSpPr>
        <p:spPr>
          <a:xfrm flipH="1" flipV="1">
            <a:off x="1727885" y="-5392"/>
            <a:ext cx="5207221" cy="269176"/>
          </a:xfrm>
          <a:custGeom>
            <a:avLst/>
            <a:gdLst>
              <a:gd name="connsiteX0" fmla="*/ 6546335 w 6942961"/>
              <a:gd name="connsiteY0" fmla="*/ 0 h 531119"/>
              <a:gd name="connsiteX1" fmla="*/ 3471481 w 6942961"/>
              <a:gd name="connsiteY1" fmla="*/ 798 h 531119"/>
              <a:gd name="connsiteX2" fmla="*/ 396626 w 6942961"/>
              <a:gd name="connsiteY2" fmla="*/ 0 h 531119"/>
              <a:gd name="connsiteX3" fmla="*/ 307886 w 6942961"/>
              <a:gd name="connsiteY3" fmla="*/ 45974 h 531119"/>
              <a:gd name="connsiteX4" fmla="*/ 0 w 6942961"/>
              <a:gd name="connsiteY4" fmla="*/ 531119 h 531119"/>
              <a:gd name="connsiteX5" fmla="*/ 3466008 w 6942961"/>
              <a:gd name="connsiteY5" fmla="*/ 531119 h 531119"/>
              <a:gd name="connsiteX6" fmla="*/ 3476954 w 6942961"/>
              <a:gd name="connsiteY6" fmla="*/ 531119 h 531119"/>
              <a:gd name="connsiteX7" fmla="*/ 6942961 w 6942961"/>
              <a:gd name="connsiteY7" fmla="*/ 531119 h 531119"/>
              <a:gd name="connsiteX8" fmla="*/ 6635075 w 6942961"/>
              <a:gd name="connsiteY8" fmla="*/ 45974 h 531119"/>
              <a:gd name="connsiteX9" fmla="*/ 6546335 w 6942961"/>
              <a:gd name="connsiteY9" fmla="*/ 0 h 531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942961" h="531119">
                <a:moveTo>
                  <a:pt x="6546335" y="0"/>
                </a:moveTo>
                <a:lnTo>
                  <a:pt x="3471481" y="798"/>
                </a:lnTo>
                <a:lnTo>
                  <a:pt x="396626" y="0"/>
                </a:lnTo>
                <a:cubicBezTo>
                  <a:pt x="349684" y="4436"/>
                  <a:pt x="325891" y="18551"/>
                  <a:pt x="307886" y="45974"/>
                </a:cubicBezTo>
                <a:lnTo>
                  <a:pt x="0" y="531119"/>
                </a:lnTo>
                <a:lnTo>
                  <a:pt x="3466008" y="531119"/>
                </a:lnTo>
                <a:lnTo>
                  <a:pt x="3476954" y="531119"/>
                </a:lnTo>
                <a:lnTo>
                  <a:pt x="6942961" y="531119"/>
                </a:lnTo>
                <a:lnTo>
                  <a:pt x="6635075" y="45974"/>
                </a:lnTo>
                <a:cubicBezTo>
                  <a:pt x="6617070" y="18551"/>
                  <a:pt x="6593277" y="4436"/>
                  <a:pt x="6546335" y="0"/>
                </a:cubicBezTo>
                <a:close/>
              </a:path>
            </a:pathLst>
          </a:custGeom>
          <a:solidFill>
            <a:srgbClr val="DE2A3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35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59D7302-9336-49BE-97D2-8D8F4AAED2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5585" y="55310"/>
            <a:ext cx="1811003" cy="208474"/>
          </a:xfrm>
          <a:prstGeom prst="rect">
            <a:avLst/>
          </a:prstGeom>
        </p:spPr>
      </p:pic>
      <p:cxnSp>
        <p:nvCxnSpPr>
          <p:cNvPr id="6" name="직선 연결선 5"/>
          <p:cNvCxnSpPr/>
          <p:nvPr/>
        </p:nvCxnSpPr>
        <p:spPr>
          <a:xfrm>
            <a:off x="0" y="1755715"/>
            <a:ext cx="3731736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1515" y="1170940"/>
            <a:ext cx="45672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프로젝트 필요성 및 목표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9FFB0FE-29B0-20B7-DFD7-926E8F3DE1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380" y="2704855"/>
            <a:ext cx="3516512" cy="256412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DCF7C5C-94DD-26B3-A0AA-699D0B7941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346" y="2704854"/>
            <a:ext cx="3387437" cy="256410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C95E9B6-8A61-44E1-C9C5-3911CEDAA992}"/>
              </a:ext>
            </a:extLst>
          </p:cNvPr>
          <p:cNvSpPr txBox="1"/>
          <p:nvPr/>
        </p:nvSpPr>
        <p:spPr>
          <a:xfrm>
            <a:off x="4098783" y="6010344"/>
            <a:ext cx="457095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/>
              <a:t>출처</a:t>
            </a:r>
            <a:r>
              <a:rPr lang="en-US" altLang="ko-KR" sz="1050" dirty="0"/>
              <a:t>:</a:t>
            </a:r>
            <a:r>
              <a:rPr lang="ko-KR" altLang="en-US" sz="1050" dirty="0"/>
              <a:t> </a:t>
            </a:r>
            <a:r>
              <a:rPr lang="en-US" altLang="ko-Kore-KR" sz="1050" dirty="0"/>
              <a:t>https://</a:t>
            </a:r>
            <a:r>
              <a:rPr lang="en-US" altLang="ko-Kore-KR" sz="1050" dirty="0" err="1"/>
              <a:t>kr.theepochtimes.com</a:t>
            </a:r>
            <a:r>
              <a:rPr lang="en-US" altLang="ko-Kore-KR" sz="1050" dirty="0"/>
              <a:t>/</a:t>
            </a:r>
            <a:r>
              <a:rPr lang="ko-KR" altLang="en-US" sz="1050" dirty="0"/>
              <a:t>도둑들이</a:t>
            </a:r>
            <a:r>
              <a:rPr lang="en-US" altLang="ko-KR" sz="1050" dirty="0"/>
              <a:t>-</a:t>
            </a:r>
            <a:r>
              <a:rPr lang="ko-KR" altLang="en-US" sz="1050" dirty="0"/>
              <a:t>가정집</a:t>
            </a:r>
            <a:r>
              <a:rPr lang="en-US" altLang="ko-KR" sz="1050" dirty="0"/>
              <a:t>-</a:t>
            </a:r>
            <a:r>
              <a:rPr lang="ko-KR" altLang="en-US" sz="1050" dirty="0"/>
              <a:t>도어락</a:t>
            </a:r>
            <a:r>
              <a:rPr lang="en-US" altLang="ko-KR" sz="1050" dirty="0"/>
              <a:t>-</a:t>
            </a:r>
            <a:r>
              <a:rPr lang="ko-KR" altLang="en-US" sz="1050" dirty="0"/>
              <a:t>비밀번호</a:t>
            </a:r>
            <a:r>
              <a:rPr lang="en-US" altLang="ko-KR" sz="1050" dirty="0"/>
              <a:t>-50</a:t>
            </a:r>
            <a:r>
              <a:rPr lang="ko-KR" altLang="en-US" sz="1050" dirty="0"/>
              <a:t>초</a:t>
            </a:r>
            <a:r>
              <a:rPr lang="en-US" altLang="ko-KR" sz="1050" dirty="0"/>
              <a:t>-</a:t>
            </a:r>
            <a:r>
              <a:rPr lang="ko-KR" altLang="en-US" sz="1050" dirty="0"/>
              <a:t>만에</a:t>
            </a:r>
            <a:r>
              <a:rPr lang="en-US" altLang="ko-KR" sz="1050" dirty="0"/>
              <a:t>-</a:t>
            </a:r>
            <a:r>
              <a:rPr lang="ko-KR" altLang="en-US" sz="1050" dirty="0"/>
              <a:t>알아내는</a:t>
            </a:r>
            <a:r>
              <a:rPr lang="en-US" altLang="ko-KR" sz="1050" dirty="0"/>
              <a:t>_566861.</a:t>
            </a:r>
            <a:r>
              <a:rPr lang="en-US" altLang="ko-Kore-KR" sz="1050" dirty="0"/>
              <a:t>html</a:t>
            </a:r>
            <a:endParaRPr lang="ko-Kore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1985196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자유형: 도형 43">
            <a:extLst>
              <a:ext uri="{FF2B5EF4-FFF2-40B4-BE49-F238E27FC236}">
                <a16:creationId xmlns:a16="http://schemas.microsoft.com/office/drawing/2014/main" id="{8E5EA1B6-E650-4F51-BFD9-11601545DC7F}"/>
              </a:ext>
            </a:extLst>
          </p:cNvPr>
          <p:cNvSpPr/>
          <p:nvPr/>
        </p:nvSpPr>
        <p:spPr>
          <a:xfrm flipH="1" flipV="1">
            <a:off x="1727885" y="-5392"/>
            <a:ext cx="5207221" cy="269176"/>
          </a:xfrm>
          <a:custGeom>
            <a:avLst/>
            <a:gdLst>
              <a:gd name="connsiteX0" fmla="*/ 6546335 w 6942961"/>
              <a:gd name="connsiteY0" fmla="*/ 0 h 531119"/>
              <a:gd name="connsiteX1" fmla="*/ 3471481 w 6942961"/>
              <a:gd name="connsiteY1" fmla="*/ 798 h 531119"/>
              <a:gd name="connsiteX2" fmla="*/ 396626 w 6942961"/>
              <a:gd name="connsiteY2" fmla="*/ 0 h 531119"/>
              <a:gd name="connsiteX3" fmla="*/ 307886 w 6942961"/>
              <a:gd name="connsiteY3" fmla="*/ 45974 h 531119"/>
              <a:gd name="connsiteX4" fmla="*/ 0 w 6942961"/>
              <a:gd name="connsiteY4" fmla="*/ 531119 h 531119"/>
              <a:gd name="connsiteX5" fmla="*/ 3466008 w 6942961"/>
              <a:gd name="connsiteY5" fmla="*/ 531119 h 531119"/>
              <a:gd name="connsiteX6" fmla="*/ 3476954 w 6942961"/>
              <a:gd name="connsiteY6" fmla="*/ 531119 h 531119"/>
              <a:gd name="connsiteX7" fmla="*/ 6942961 w 6942961"/>
              <a:gd name="connsiteY7" fmla="*/ 531119 h 531119"/>
              <a:gd name="connsiteX8" fmla="*/ 6635075 w 6942961"/>
              <a:gd name="connsiteY8" fmla="*/ 45974 h 531119"/>
              <a:gd name="connsiteX9" fmla="*/ 6546335 w 6942961"/>
              <a:gd name="connsiteY9" fmla="*/ 0 h 531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942961" h="531119">
                <a:moveTo>
                  <a:pt x="6546335" y="0"/>
                </a:moveTo>
                <a:lnTo>
                  <a:pt x="3471481" y="798"/>
                </a:lnTo>
                <a:lnTo>
                  <a:pt x="396626" y="0"/>
                </a:lnTo>
                <a:cubicBezTo>
                  <a:pt x="349684" y="4436"/>
                  <a:pt x="325891" y="18551"/>
                  <a:pt x="307886" y="45974"/>
                </a:cubicBezTo>
                <a:lnTo>
                  <a:pt x="0" y="531119"/>
                </a:lnTo>
                <a:lnTo>
                  <a:pt x="3466008" y="531119"/>
                </a:lnTo>
                <a:lnTo>
                  <a:pt x="3476954" y="531119"/>
                </a:lnTo>
                <a:lnTo>
                  <a:pt x="6942961" y="531119"/>
                </a:lnTo>
                <a:lnTo>
                  <a:pt x="6635075" y="45974"/>
                </a:lnTo>
                <a:cubicBezTo>
                  <a:pt x="6617070" y="18551"/>
                  <a:pt x="6593277" y="4436"/>
                  <a:pt x="6546335" y="0"/>
                </a:cubicBezTo>
                <a:close/>
              </a:path>
            </a:pathLst>
          </a:custGeom>
          <a:solidFill>
            <a:srgbClr val="DE2A3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35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59D7302-9336-49BE-97D2-8D8F4AAED2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5585" y="55310"/>
            <a:ext cx="1811003" cy="208474"/>
          </a:xfrm>
          <a:prstGeom prst="rect">
            <a:avLst/>
          </a:prstGeom>
        </p:spPr>
      </p:pic>
      <p:cxnSp>
        <p:nvCxnSpPr>
          <p:cNvPr id="6" name="직선 연결선 5"/>
          <p:cNvCxnSpPr/>
          <p:nvPr/>
        </p:nvCxnSpPr>
        <p:spPr>
          <a:xfrm>
            <a:off x="0" y="1755715"/>
            <a:ext cx="3731736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1515" y="1170940"/>
            <a:ext cx="45672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프로젝트 필요성 및 목표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6B7BD7E-2D3B-309D-C47E-CA6B800524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45" y="2522420"/>
            <a:ext cx="6870700" cy="34925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D69AF8-C2F7-D8ED-76C3-0462D220CCB4}"/>
              </a:ext>
            </a:extLst>
          </p:cNvPr>
          <p:cNvSpPr txBox="1"/>
          <p:nvPr/>
        </p:nvSpPr>
        <p:spPr>
          <a:xfrm>
            <a:off x="5686137" y="6380766"/>
            <a:ext cx="457095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/>
              <a:t>출처</a:t>
            </a:r>
            <a:r>
              <a:rPr lang="en-US" altLang="ko-KR" sz="1050" dirty="0"/>
              <a:t>:</a:t>
            </a:r>
            <a:r>
              <a:rPr lang="ko-KR" altLang="en-US" sz="1050" dirty="0"/>
              <a:t> </a:t>
            </a:r>
            <a:r>
              <a:rPr lang="en-US" altLang="ko-Kore-KR" sz="1050" dirty="0"/>
              <a:t>https://</a:t>
            </a:r>
            <a:r>
              <a:rPr lang="en-US" altLang="ko-Kore-KR" sz="1050" dirty="0" err="1"/>
              <a:t>printdb.tistory.com</a:t>
            </a:r>
            <a:r>
              <a:rPr lang="en-US" altLang="ko-Kore-KR" sz="1050" dirty="0"/>
              <a:t>/64</a:t>
            </a:r>
            <a:endParaRPr lang="ko-Kore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928510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자유형: 도형 43">
            <a:extLst>
              <a:ext uri="{FF2B5EF4-FFF2-40B4-BE49-F238E27FC236}">
                <a16:creationId xmlns:a16="http://schemas.microsoft.com/office/drawing/2014/main" id="{8E5EA1B6-E650-4F51-BFD9-11601545DC7F}"/>
              </a:ext>
            </a:extLst>
          </p:cNvPr>
          <p:cNvSpPr/>
          <p:nvPr/>
        </p:nvSpPr>
        <p:spPr>
          <a:xfrm flipH="1" flipV="1">
            <a:off x="1727885" y="-5392"/>
            <a:ext cx="5207221" cy="269176"/>
          </a:xfrm>
          <a:custGeom>
            <a:avLst/>
            <a:gdLst>
              <a:gd name="connsiteX0" fmla="*/ 6546335 w 6942961"/>
              <a:gd name="connsiteY0" fmla="*/ 0 h 531119"/>
              <a:gd name="connsiteX1" fmla="*/ 3471481 w 6942961"/>
              <a:gd name="connsiteY1" fmla="*/ 798 h 531119"/>
              <a:gd name="connsiteX2" fmla="*/ 396626 w 6942961"/>
              <a:gd name="connsiteY2" fmla="*/ 0 h 531119"/>
              <a:gd name="connsiteX3" fmla="*/ 307886 w 6942961"/>
              <a:gd name="connsiteY3" fmla="*/ 45974 h 531119"/>
              <a:gd name="connsiteX4" fmla="*/ 0 w 6942961"/>
              <a:gd name="connsiteY4" fmla="*/ 531119 h 531119"/>
              <a:gd name="connsiteX5" fmla="*/ 3466008 w 6942961"/>
              <a:gd name="connsiteY5" fmla="*/ 531119 h 531119"/>
              <a:gd name="connsiteX6" fmla="*/ 3476954 w 6942961"/>
              <a:gd name="connsiteY6" fmla="*/ 531119 h 531119"/>
              <a:gd name="connsiteX7" fmla="*/ 6942961 w 6942961"/>
              <a:gd name="connsiteY7" fmla="*/ 531119 h 531119"/>
              <a:gd name="connsiteX8" fmla="*/ 6635075 w 6942961"/>
              <a:gd name="connsiteY8" fmla="*/ 45974 h 531119"/>
              <a:gd name="connsiteX9" fmla="*/ 6546335 w 6942961"/>
              <a:gd name="connsiteY9" fmla="*/ 0 h 531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942961" h="531119">
                <a:moveTo>
                  <a:pt x="6546335" y="0"/>
                </a:moveTo>
                <a:lnTo>
                  <a:pt x="3471481" y="798"/>
                </a:lnTo>
                <a:lnTo>
                  <a:pt x="396626" y="0"/>
                </a:lnTo>
                <a:cubicBezTo>
                  <a:pt x="349684" y="4436"/>
                  <a:pt x="325891" y="18551"/>
                  <a:pt x="307886" y="45974"/>
                </a:cubicBezTo>
                <a:lnTo>
                  <a:pt x="0" y="531119"/>
                </a:lnTo>
                <a:lnTo>
                  <a:pt x="3466008" y="531119"/>
                </a:lnTo>
                <a:lnTo>
                  <a:pt x="3476954" y="531119"/>
                </a:lnTo>
                <a:lnTo>
                  <a:pt x="6942961" y="531119"/>
                </a:lnTo>
                <a:lnTo>
                  <a:pt x="6635075" y="45974"/>
                </a:lnTo>
                <a:cubicBezTo>
                  <a:pt x="6617070" y="18551"/>
                  <a:pt x="6593277" y="4436"/>
                  <a:pt x="6546335" y="0"/>
                </a:cubicBezTo>
                <a:close/>
              </a:path>
            </a:pathLst>
          </a:custGeom>
          <a:solidFill>
            <a:srgbClr val="DE2A3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35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59D7302-9336-49BE-97D2-8D8F4AAED2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5585" y="55310"/>
            <a:ext cx="1811003" cy="208474"/>
          </a:xfrm>
          <a:prstGeom prst="rect">
            <a:avLst/>
          </a:prstGeom>
        </p:spPr>
      </p:pic>
      <p:cxnSp>
        <p:nvCxnSpPr>
          <p:cNvPr id="6" name="직선 연결선 5"/>
          <p:cNvCxnSpPr/>
          <p:nvPr/>
        </p:nvCxnSpPr>
        <p:spPr>
          <a:xfrm>
            <a:off x="0" y="1755715"/>
            <a:ext cx="3731736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1515" y="1170940"/>
            <a:ext cx="45672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프로젝트 필요성 및 목표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1311452-01EE-89EC-E67A-36BEBD2E3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515" y="3067259"/>
            <a:ext cx="4678216" cy="261980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9D8B4AB-5F53-6AD3-3FB9-0A9B8AD26C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1146" y="3136500"/>
            <a:ext cx="4032142" cy="248131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A279F34-F81A-234B-97AA-3ADD3C677F9A}"/>
              </a:ext>
            </a:extLst>
          </p:cNvPr>
          <p:cNvSpPr txBox="1"/>
          <p:nvPr/>
        </p:nvSpPr>
        <p:spPr>
          <a:xfrm>
            <a:off x="4331495" y="6387268"/>
            <a:ext cx="457095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/>
              <a:t>출처</a:t>
            </a:r>
            <a:r>
              <a:rPr lang="en-US" altLang="ko-KR" sz="1050" dirty="0"/>
              <a:t>:</a:t>
            </a:r>
            <a:r>
              <a:rPr lang="ko-KR" altLang="en-US" sz="1050" dirty="0"/>
              <a:t> </a:t>
            </a:r>
            <a:r>
              <a:rPr lang="en-US" altLang="ko-Kore-KR" sz="1050" dirty="0"/>
              <a:t>https://www.youtube.com/watch?v=</a:t>
            </a:r>
            <a:r>
              <a:rPr lang="en-US" altLang="ko-Kore-KR" sz="1050" dirty="0" err="1"/>
              <a:t>qIyf7pMO1KQ</a:t>
            </a:r>
            <a:endParaRPr lang="ko-Kore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337634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자유형: 도형 43">
            <a:extLst>
              <a:ext uri="{FF2B5EF4-FFF2-40B4-BE49-F238E27FC236}">
                <a16:creationId xmlns:a16="http://schemas.microsoft.com/office/drawing/2014/main" id="{8E5EA1B6-E650-4F51-BFD9-11601545DC7F}"/>
              </a:ext>
            </a:extLst>
          </p:cNvPr>
          <p:cNvSpPr/>
          <p:nvPr/>
        </p:nvSpPr>
        <p:spPr>
          <a:xfrm flipH="1" flipV="1">
            <a:off x="1727885" y="-5392"/>
            <a:ext cx="5207221" cy="269176"/>
          </a:xfrm>
          <a:custGeom>
            <a:avLst/>
            <a:gdLst>
              <a:gd name="connsiteX0" fmla="*/ 6546335 w 6942961"/>
              <a:gd name="connsiteY0" fmla="*/ 0 h 531119"/>
              <a:gd name="connsiteX1" fmla="*/ 3471481 w 6942961"/>
              <a:gd name="connsiteY1" fmla="*/ 798 h 531119"/>
              <a:gd name="connsiteX2" fmla="*/ 396626 w 6942961"/>
              <a:gd name="connsiteY2" fmla="*/ 0 h 531119"/>
              <a:gd name="connsiteX3" fmla="*/ 307886 w 6942961"/>
              <a:gd name="connsiteY3" fmla="*/ 45974 h 531119"/>
              <a:gd name="connsiteX4" fmla="*/ 0 w 6942961"/>
              <a:gd name="connsiteY4" fmla="*/ 531119 h 531119"/>
              <a:gd name="connsiteX5" fmla="*/ 3466008 w 6942961"/>
              <a:gd name="connsiteY5" fmla="*/ 531119 h 531119"/>
              <a:gd name="connsiteX6" fmla="*/ 3476954 w 6942961"/>
              <a:gd name="connsiteY6" fmla="*/ 531119 h 531119"/>
              <a:gd name="connsiteX7" fmla="*/ 6942961 w 6942961"/>
              <a:gd name="connsiteY7" fmla="*/ 531119 h 531119"/>
              <a:gd name="connsiteX8" fmla="*/ 6635075 w 6942961"/>
              <a:gd name="connsiteY8" fmla="*/ 45974 h 531119"/>
              <a:gd name="connsiteX9" fmla="*/ 6546335 w 6942961"/>
              <a:gd name="connsiteY9" fmla="*/ 0 h 531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942961" h="531119">
                <a:moveTo>
                  <a:pt x="6546335" y="0"/>
                </a:moveTo>
                <a:lnTo>
                  <a:pt x="3471481" y="798"/>
                </a:lnTo>
                <a:lnTo>
                  <a:pt x="396626" y="0"/>
                </a:lnTo>
                <a:cubicBezTo>
                  <a:pt x="349684" y="4436"/>
                  <a:pt x="325891" y="18551"/>
                  <a:pt x="307886" y="45974"/>
                </a:cubicBezTo>
                <a:lnTo>
                  <a:pt x="0" y="531119"/>
                </a:lnTo>
                <a:lnTo>
                  <a:pt x="3466008" y="531119"/>
                </a:lnTo>
                <a:lnTo>
                  <a:pt x="3476954" y="531119"/>
                </a:lnTo>
                <a:lnTo>
                  <a:pt x="6942961" y="531119"/>
                </a:lnTo>
                <a:lnTo>
                  <a:pt x="6635075" y="45974"/>
                </a:lnTo>
                <a:cubicBezTo>
                  <a:pt x="6617070" y="18551"/>
                  <a:pt x="6593277" y="4436"/>
                  <a:pt x="6546335" y="0"/>
                </a:cubicBezTo>
                <a:close/>
              </a:path>
            </a:pathLst>
          </a:custGeom>
          <a:solidFill>
            <a:srgbClr val="DE2A3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35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59D7302-9336-49BE-97D2-8D8F4AAED2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5585" y="55310"/>
            <a:ext cx="1811003" cy="208474"/>
          </a:xfrm>
          <a:prstGeom prst="rect">
            <a:avLst/>
          </a:prstGeom>
        </p:spPr>
      </p:pic>
      <p:cxnSp>
        <p:nvCxnSpPr>
          <p:cNvPr id="6" name="직선 연결선 5"/>
          <p:cNvCxnSpPr/>
          <p:nvPr/>
        </p:nvCxnSpPr>
        <p:spPr>
          <a:xfrm>
            <a:off x="0" y="1755715"/>
            <a:ext cx="5148791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1515" y="1170940"/>
            <a:ext cx="45672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프로젝트 필요성 및 목표</a:t>
            </a:r>
          </a:p>
        </p:txBody>
      </p:sp>
      <p:sp>
        <p:nvSpPr>
          <p:cNvPr id="9" name="모서리가 둥근 직사각형 8"/>
          <p:cNvSpPr/>
          <p:nvPr/>
        </p:nvSpPr>
        <p:spPr>
          <a:xfrm>
            <a:off x="749030" y="2077713"/>
            <a:ext cx="7765711" cy="142147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400" b="1" dirty="0">
                <a:solidFill>
                  <a:schemeClr val="tx1"/>
                </a:solidFill>
                <a:latin typeface="+mn-ea"/>
              </a:rPr>
              <a:t> </a:t>
            </a:r>
            <a:endParaRPr lang="en-US" altLang="ko-KR" sz="2400" b="1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24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2400" b="1" dirty="0">
                <a:solidFill>
                  <a:schemeClr val="tx1"/>
                </a:solidFill>
                <a:latin typeface="+mn-ea"/>
              </a:rPr>
              <a:t>비밀번호 </a:t>
            </a:r>
            <a:r>
              <a:rPr lang="ko-KR" altLang="en-US" sz="2400" b="1" dirty="0">
                <a:solidFill>
                  <a:srgbClr val="FF0000"/>
                </a:solidFill>
                <a:latin typeface="+mn-ea"/>
              </a:rPr>
              <a:t>유출</a:t>
            </a:r>
            <a:endParaRPr lang="en-US" altLang="ko-KR" sz="2400" b="1" dirty="0">
              <a:solidFill>
                <a:srgbClr val="FF0000"/>
              </a:solidFill>
              <a:latin typeface="+mn-ea"/>
            </a:endParaRPr>
          </a:p>
          <a:p>
            <a:r>
              <a:rPr lang="ko-KR" altLang="en-US" sz="2400" b="1" dirty="0">
                <a:solidFill>
                  <a:schemeClr val="tx1"/>
                </a:solidFill>
                <a:latin typeface="+mn-ea"/>
              </a:rPr>
              <a:t> 주기적인 비밀번호</a:t>
            </a:r>
            <a:r>
              <a:rPr lang="ko-KR" altLang="en-US" sz="2400" b="1" dirty="0">
                <a:solidFill>
                  <a:srgbClr val="FF0000"/>
                </a:solidFill>
                <a:latin typeface="+mn-ea"/>
              </a:rPr>
              <a:t> 변경</a:t>
            </a:r>
            <a:endParaRPr lang="en-US" altLang="ko-KR" sz="2400" b="1" dirty="0">
              <a:solidFill>
                <a:srgbClr val="FF0000"/>
              </a:solidFill>
              <a:latin typeface="+mn-ea"/>
            </a:endParaRPr>
          </a:p>
          <a:p>
            <a:r>
              <a:rPr lang="ko-KR" altLang="en-US" sz="2400" b="1" dirty="0">
                <a:solidFill>
                  <a:srgbClr val="FF0000"/>
                </a:solidFill>
                <a:latin typeface="+mn-ea"/>
              </a:rPr>
              <a:t> 제한적</a:t>
            </a:r>
            <a:r>
              <a:rPr lang="ko-KR" altLang="en-US" sz="2400" b="1" dirty="0">
                <a:solidFill>
                  <a:schemeClr val="tx1"/>
                </a:solidFill>
                <a:latin typeface="+mn-ea"/>
              </a:rPr>
              <a:t>인 기능</a:t>
            </a:r>
            <a:endParaRPr lang="en-US" altLang="ko-KR" sz="24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dirty="0">
                <a:latin typeface="+mn-ea"/>
              </a:rPr>
              <a:t> </a:t>
            </a:r>
          </a:p>
        </p:txBody>
      </p:sp>
      <p:sp>
        <p:nvSpPr>
          <p:cNvPr id="11" name="아래쪽 화살표 10"/>
          <p:cNvSpPr/>
          <p:nvPr/>
        </p:nvSpPr>
        <p:spPr>
          <a:xfrm>
            <a:off x="3959367" y="3442773"/>
            <a:ext cx="1620982" cy="73020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418D6C7-BE4C-F50B-7621-9A6ECB473EFE}"/>
              </a:ext>
            </a:extLst>
          </p:cNvPr>
          <p:cNvGrpSpPr/>
          <p:nvPr/>
        </p:nvGrpSpPr>
        <p:grpSpPr>
          <a:xfrm>
            <a:off x="704825" y="4223317"/>
            <a:ext cx="7734349" cy="1314719"/>
            <a:chOff x="581515" y="4606457"/>
            <a:chExt cx="7734349" cy="1314719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F9C3D464-9DE4-8FE4-321D-0DB2FCC21607}"/>
                </a:ext>
              </a:extLst>
            </p:cNvPr>
            <p:cNvSpPr txBox="1"/>
            <p:nvPr/>
          </p:nvSpPr>
          <p:spPr>
            <a:xfrm>
              <a:off x="581515" y="4606457"/>
              <a:ext cx="7734349" cy="131471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2800" dirty="0">
                  <a:solidFill>
                    <a:srgbClr val="FF0000"/>
                  </a:solidFill>
                </a:rPr>
                <a:t>OTP</a:t>
              </a:r>
              <a:r>
                <a:rPr lang="ko-KR" altLang="en-US" sz="2800" dirty="0">
                  <a:solidFill>
                    <a:srgbClr val="FF0000"/>
                  </a:solidFill>
                </a:rPr>
                <a:t>                보안강화</a:t>
              </a:r>
              <a:endParaRPr lang="en-US" altLang="ko-KR" sz="2800" dirty="0">
                <a:solidFill>
                  <a:srgbClr val="FF0000"/>
                </a:solidFill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2800" dirty="0">
                  <a:solidFill>
                    <a:srgbClr val="FF0000"/>
                  </a:solidFill>
                </a:rPr>
                <a:t>기능향상</a:t>
              </a:r>
            </a:p>
          </p:txBody>
        </p:sp>
        <p:sp>
          <p:nvSpPr>
            <p:cNvPr id="8" name="화살표: 오른쪽 7">
              <a:extLst>
                <a:ext uri="{FF2B5EF4-FFF2-40B4-BE49-F238E27FC236}">
                  <a16:creationId xmlns:a16="http://schemas.microsoft.com/office/drawing/2014/main" id="{8C35CD71-65AD-1B81-8281-8E25B0EA1F04}"/>
                </a:ext>
              </a:extLst>
            </p:cNvPr>
            <p:cNvSpPr/>
            <p:nvPr/>
          </p:nvSpPr>
          <p:spPr>
            <a:xfrm>
              <a:off x="1738200" y="4815754"/>
              <a:ext cx="860622" cy="44806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016673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자유형: 도형 43">
            <a:extLst>
              <a:ext uri="{FF2B5EF4-FFF2-40B4-BE49-F238E27FC236}">
                <a16:creationId xmlns:a16="http://schemas.microsoft.com/office/drawing/2014/main" id="{8E5EA1B6-E650-4F51-BFD9-11601545DC7F}"/>
              </a:ext>
            </a:extLst>
          </p:cNvPr>
          <p:cNvSpPr/>
          <p:nvPr/>
        </p:nvSpPr>
        <p:spPr>
          <a:xfrm flipH="1" flipV="1">
            <a:off x="1727885" y="-5392"/>
            <a:ext cx="5207221" cy="269176"/>
          </a:xfrm>
          <a:custGeom>
            <a:avLst/>
            <a:gdLst>
              <a:gd name="connsiteX0" fmla="*/ 6546335 w 6942961"/>
              <a:gd name="connsiteY0" fmla="*/ 0 h 531119"/>
              <a:gd name="connsiteX1" fmla="*/ 3471481 w 6942961"/>
              <a:gd name="connsiteY1" fmla="*/ 798 h 531119"/>
              <a:gd name="connsiteX2" fmla="*/ 396626 w 6942961"/>
              <a:gd name="connsiteY2" fmla="*/ 0 h 531119"/>
              <a:gd name="connsiteX3" fmla="*/ 307886 w 6942961"/>
              <a:gd name="connsiteY3" fmla="*/ 45974 h 531119"/>
              <a:gd name="connsiteX4" fmla="*/ 0 w 6942961"/>
              <a:gd name="connsiteY4" fmla="*/ 531119 h 531119"/>
              <a:gd name="connsiteX5" fmla="*/ 3466008 w 6942961"/>
              <a:gd name="connsiteY5" fmla="*/ 531119 h 531119"/>
              <a:gd name="connsiteX6" fmla="*/ 3476954 w 6942961"/>
              <a:gd name="connsiteY6" fmla="*/ 531119 h 531119"/>
              <a:gd name="connsiteX7" fmla="*/ 6942961 w 6942961"/>
              <a:gd name="connsiteY7" fmla="*/ 531119 h 531119"/>
              <a:gd name="connsiteX8" fmla="*/ 6635075 w 6942961"/>
              <a:gd name="connsiteY8" fmla="*/ 45974 h 531119"/>
              <a:gd name="connsiteX9" fmla="*/ 6546335 w 6942961"/>
              <a:gd name="connsiteY9" fmla="*/ 0 h 531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942961" h="531119">
                <a:moveTo>
                  <a:pt x="6546335" y="0"/>
                </a:moveTo>
                <a:lnTo>
                  <a:pt x="3471481" y="798"/>
                </a:lnTo>
                <a:lnTo>
                  <a:pt x="396626" y="0"/>
                </a:lnTo>
                <a:cubicBezTo>
                  <a:pt x="349684" y="4436"/>
                  <a:pt x="325891" y="18551"/>
                  <a:pt x="307886" y="45974"/>
                </a:cubicBezTo>
                <a:lnTo>
                  <a:pt x="0" y="531119"/>
                </a:lnTo>
                <a:lnTo>
                  <a:pt x="3466008" y="531119"/>
                </a:lnTo>
                <a:lnTo>
                  <a:pt x="3476954" y="531119"/>
                </a:lnTo>
                <a:lnTo>
                  <a:pt x="6942961" y="531119"/>
                </a:lnTo>
                <a:lnTo>
                  <a:pt x="6635075" y="45974"/>
                </a:lnTo>
                <a:cubicBezTo>
                  <a:pt x="6617070" y="18551"/>
                  <a:pt x="6593277" y="4436"/>
                  <a:pt x="6546335" y="0"/>
                </a:cubicBezTo>
                <a:close/>
              </a:path>
            </a:pathLst>
          </a:custGeom>
          <a:solidFill>
            <a:srgbClr val="DE2A3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35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59D7302-9336-49BE-97D2-8D8F4AAED2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5585" y="55310"/>
            <a:ext cx="1811003" cy="208474"/>
          </a:xfrm>
          <a:prstGeom prst="rect">
            <a:avLst/>
          </a:prstGeom>
        </p:spPr>
      </p:pic>
      <p:cxnSp>
        <p:nvCxnSpPr>
          <p:cNvPr id="6" name="직선 연결선 5"/>
          <p:cNvCxnSpPr/>
          <p:nvPr/>
        </p:nvCxnSpPr>
        <p:spPr>
          <a:xfrm>
            <a:off x="0" y="1755715"/>
            <a:ext cx="3731736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1515" y="1170940"/>
            <a:ext cx="31502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서비스 시나리오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FA362FF-D573-B275-308B-4EB0621CA487}"/>
              </a:ext>
            </a:extLst>
          </p:cNvPr>
          <p:cNvSpPr/>
          <p:nvPr/>
        </p:nvSpPr>
        <p:spPr>
          <a:xfrm>
            <a:off x="131419" y="2943237"/>
            <a:ext cx="1621556" cy="8514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ore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BDB5F4-0CDB-A11E-E010-85121D5AD774}"/>
              </a:ext>
            </a:extLst>
          </p:cNvPr>
          <p:cNvSpPr txBox="1"/>
          <p:nvPr/>
        </p:nvSpPr>
        <p:spPr>
          <a:xfrm>
            <a:off x="813485" y="1829386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ore-KR"/>
              <a:t>OTP</a:t>
            </a:r>
            <a:endParaRPr lang="ko-Kore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2868E4A-4793-E7ED-1BE6-5D1837B76A02}"/>
              </a:ext>
            </a:extLst>
          </p:cNvPr>
          <p:cNvSpPr/>
          <p:nvPr/>
        </p:nvSpPr>
        <p:spPr>
          <a:xfrm flipV="1">
            <a:off x="1986458" y="2928864"/>
            <a:ext cx="1621556" cy="8657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ore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D76D17-E102-0A6D-483C-6EF63154F42E}"/>
              </a:ext>
            </a:extLst>
          </p:cNvPr>
          <p:cNvSpPr txBox="1"/>
          <p:nvPr/>
        </p:nvSpPr>
        <p:spPr>
          <a:xfrm>
            <a:off x="2144703" y="3141212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dirty="0"/>
              <a:t>난수 생성</a:t>
            </a:r>
            <a:endParaRPr lang="ko-Kore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FE823E0-6C95-F18C-BBFE-CC6F7EDB03C4}"/>
              </a:ext>
            </a:extLst>
          </p:cNvPr>
          <p:cNvSpPr/>
          <p:nvPr/>
        </p:nvSpPr>
        <p:spPr>
          <a:xfrm>
            <a:off x="3857736" y="2924021"/>
            <a:ext cx="1621556" cy="8514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ore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07AECC-C12D-0410-A0BC-0AF91033B7C6}"/>
              </a:ext>
            </a:extLst>
          </p:cNvPr>
          <p:cNvSpPr/>
          <p:nvPr/>
        </p:nvSpPr>
        <p:spPr>
          <a:xfrm>
            <a:off x="131419" y="4566122"/>
            <a:ext cx="1621556" cy="8321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ore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65801D-7C44-F3E8-0559-F9AED879F0FB}"/>
              </a:ext>
            </a:extLst>
          </p:cNvPr>
          <p:cNvSpPr txBox="1"/>
          <p:nvPr/>
        </p:nvSpPr>
        <p:spPr>
          <a:xfrm>
            <a:off x="167095" y="3184283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dirty="0"/>
              <a:t>사용자 접근</a:t>
            </a:r>
            <a:endParaRPr lang="ko-Kore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D1E187-578F-A4C5-6B7B-9675EC283715}"/>
              </a:ext>
            </a:extLst>
          </p:cNvPr>
          <p:cNvSpPr txBox="1"/>
          <p:nvPr/>
        </p:nvSpPr>
        <p:spPr>
          <a:xfrm>
            <a:off x="3870361" y="3060364"/>
            <a:ext cx="182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dirty="0"/>
              <a:t>휴대폰 어플로 전송</a:t>
            </a:r>
            <a:endParaRPr lang="ko-Kore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4E885D-ABD5-A506-3334-5CC094A83E84}"/>
              </a:ext>
            </a:extLst>
          </p:cNvPr>
          <p:cNvSpPr txBox="1"/>
          <p:nvPr/>
        </p:nvSpPr>
        <p:spPr>
          <a:xfrm>
            <a:off x="167095" y="4659016"/>
            <a:ext cx="182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dirty="0"/>
              <a:t>키패드를 통해 입력</a:t>
            </a:r>
            <a:endParaRPr lang="ko-Kore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8412010-04DA-FC3A-3320-69F9FA76683B}"/>
              </a:ext>
            </a:extLst>
          </p:cNvPr>
          <p:cNvSpPr/>
          <p:nvPr/>
        </p:nvSpPr>
        <p:spPr>
          <a:xfrm flipV="1">
            <a:off x="2236180" y="4566542"/>
            <a:ext cx="1621556" cy="8514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ore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F95796-31EC-7BD4-480C-360115070C54}"/>
              </a:ext>
            </a:extLst>
          </p:cNvPr>
          <p:cNvSpPr txBox="1"/>
          <p:nvPr/>
        </p:nvSpPr>
        <p:spPr>
          <a:xfrm>
            <a:off x="2236180" y="4791609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dirty="0"/>
              <a:t>키패드 값 확인</a:t>
            </a:r>
            <a:endParaRPr lang="ko-Kore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388E0CB-C0EB-1B64-4A05-3491D8DEDAE1}"/>
              </a:ext>
            </a:extLst>
          </p:cNvPr>
          <p:cNvSpPr/>
          <p:nvPr/>
        </p:nvSpPr>
        <p:spPr>
          <a:xfrm flipV="1">
            <a:off x="4340941" y="4180087"/>
            <a:ext cx="1621556" cy="765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ore-KR" altLang="en-US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E891485-2AEA-CC43-45AF-B642A09D91AB}"/>
              </a:ext>
            </a:extLst>
          </p:cNvPr>
          <p:cNvSpPr/>
          <p:nvPr/>
        </p:nvSpPr>
        <p:spPr>
          <a:xfrm flipV="1">
            <a:off x="4371866" y="5182201"/>
            <a:ext cx="1621556" cy="8535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ore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E36C1BF-A658-A8DA-8621-34183E95C0A3}"/>
              </a:ext>
            </a:extLst>
          </p:cNvPr>
          <p:cNvSpPr txBox="1"/>
          <p:nvPr/>
        </p:nvSpPr>
        <p:spPr>
          <a:xfrm>
            <a:off x="4371866" y="4236738"/>
            <a:ext cx="182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dirty="0"/>
              <a:t>도어락 장치 열림</a:t>
            </a:r>
            <a:endParaRPr lang="ko-Kore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C19115-B98E-7958-D9F9-2BFA4634916D}"/>
              </a:ext>
            </a:extLst>
          </p:cNvPr>
          <p:cNvSpPr txBox="1"/>
          <p:nvPr/>
        </p:nvSpPr>
        <p:spPr>
          <a:xfrm>
            <a:off x="4331495" y="5412958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dirty="0"/>
              <a:t>열리지 않음</a:t>
            </a:r>
            <a:endParaRPr lang="ko-Kore-KR" altLang="en-US" dirty="0"/>
          </a:p>
        </p:txBody>
      </p:sp>
      <p:sp>
        <p:nvSpPr>
          <p:cNvPr id="41" name="화살표: 오른쪽 40">
            <a:extLst>
              <a:ext uri="{FF2B5EF4-FFF2-40B4-BE49-F238E27FC236}">
                <a16:creationId xmlns:a16="http://schemas.microsoft.com/office/drawing/2014/main" id="{3DD7E032-609C-7EAC-A52A-06582B268D84}"/>
              </a:ext>
            </a:extLst>
          </p:cNvPr>
          <p:cNvSpPr/>
          <p:nvPr/>
        </p:nvSpPr>
        <p:spPr>
          <a:xfrm>
            <a:off x="1586738" y="3190353"/>
            <a:ext cx="567402" cy="357191"/>
          </a:xfrm>
          <a:prstGeom prst="rightArrow">
            <a:avLst>
              <a:gd name="adj1" fmla="val 62550"/>
              <a:gd name="adj2" fmla="val 56167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ore-KR" altLang="en-US"/>
          </a:p>
        </p:txBody>
      </p:sp>
      <p:sp>
        <p:nvSpPr>
          <p:cNvPr id="43" name="화살표: 오른쪽 42">
            <a:extLst>
              <a:ext uri="{FF2B5EF4-FFF2-40B4-BE49-F238E27FC236}">
                <a16:creationId xmlns:a16="http://schemas.microsoft.com/office/drawing/2014/main" id="{FB929452-A8E0-5BBC-8B8F-984C6FCC9494}"/>
              </a:ext>
            </a:extLst>
          </p:cNvPr>
          <p:cNvSpPr/>
          <p:nvPr/>
        </p:nvSpPr>
        <p:spPr>
          <a:xfrm>
            <a:off x="3369868" y="3161645"/>
            <a:ext cx="567402" cy="357191"/>
          </a:xfrm>
          <a:prstGeom prst="rightArrow">
            <a:avLst>
              <a:gd name="adj1" fmla="val 62550"/>
              <a:gd name="adj2" fmla="val 56167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ore-KR" altLang="en-US"/>
          </a:p>
        </p:txBody>
      </p:sp>
      <p:sp>
        <p:nvSpPr>
          <p:cNvPr id="45" name="화살표: 오른쪽 44">
            <a:extLst>
              <a:ext uri="{FF2B5EF4-FFF2-40B4-BE49-F238E27FC236}">
                <a16:creationId xmlns:a16="http://schemas.microsoft.com/office/drawing/2014/main" id="{CD887DBB-C640-AD52-3C34-986E718E2A7E}"/>
              </a:ext>
            </a:extLst>
          </p:cNvPr>
          <p:cNvSpPr/>
          <p:nvPr/>
        </p:nvSpPr>
        <p:spPr>
          <a:xfrm>
            <a:off x="1702757" y="4810825"/>
            <a:ext cx="567402" cy="357191"/>
          </a:xfrm>
          <a:prstGeom prst="rightArrow">
            <a:avLst>
              <a:gd name="adj1" fmla="val 62550"/>
              <a:gd name="adj2" fmla="val 56167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ore-KR" altLang="en-US"/>
          </a:p>
        </p:txBody>
      </p:sp>
      <p:sp>
        <p:nvSpPr>
          <p:cNvPr id="47" name="화살표: 오른쪽 46">
            <a:extLst>
              <a:ext uri="{FF2B5EF4-FFF2-40B4-BE49-F238E27FC236}">
                <a16:creationId xmlns:a16="http://schemas.microsoft.com/office/drawing/2014/main" id="{A1161E9E-F9E2-2107-7F70-83AD08FAC1FB}"/>
              </a:ext>
            </a:extLst>
          </p:cNvPr>
          <p:cNvSpPr/>
          <p:nvPr/>
        </p:nvSpPr>
        <p:spPr>
          <a:xfrm rot="19680134">
            <a:off x="3791280" y="4533005"/>
            <a:ext cx="567402" cy="357191"/>
          </a:xfrm>
          <a:prstGeom prst="rightArrow">
            <a:avLst>
              <a:gd name="adj1" fmla="val 62550"/>
              <a:gd name="adj2" fmla="val 56167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ore-KR" altLang="en-US"/>
          </a:p>
        </p:txBody>
      </p:sp>
      <p:sp>
        <p:nvSpPr>
          <p:cNvPr id="49" name="화살표: 오른쪽 48">
            <a:extLst>
              <a:ext uri="{FF2B5EF4-FFF2-40B4-BE49-F238E27FC236}">
                <a16:creationId xmlns:a16="http://schemas.microsoft.com/office/drawing/2014/main" id="{2D888ECA-DAF5-A130-2999-E63183265FE5}"/>
              </a:ext>
            </a:extLst>
          </p:cNvPr>
          <p:cNvSpPr/>
          <p:nvPr/>
        </p:nvSpPr>
        <p:spPr>
          <a:xfrm rot="2332071">
            <a:off x="3773719" y="5143878"/>
            <a:ext cx="567402" cy="357191"/>
          </a:xfrm>
          <a:prstGeom prst="rightArrow">
            <a:avLst>
              <a:gd name="adj1" fmla="val 62550"/>
              <a:gd name="adj2" fmla="val 56167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ore-KR" altLang="en-US"/>
          </a:p>
        </p:txBody>
      </p:sp>
    </p:spTree>
    <p:extLst>
      <p:ext uri="{BB962C8B-B14F-4D97-AF65-F5344CB8AC3E}">
        <p14:creationId xmlns:p14="http://schemas.microsoft.com/office/powerpoint/2010/main" val="2269502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자유형: 도형 43">
            <a:extLst>
              <a:ext uri="{FF2B5EF4-FFF2-40B4-BE49-F238E27FC236}">
                <a16:creationId xmlns:a16="http://schemas.microsoft.com/office/drawing/2014/main" id="{8E5EA1B6-E650-4F51-BFD9-11601545DC7F}"/>
              </a:ext>
            </a:extLst>
          </p:cNvPr>
          <p:cNvSpPr/>
          <p:nvPr/>
        </p:nvSpPr>
        <p:spPr>
          <a:xfrm flipH="1" flipV="1">
            <a:off x="1727885" y="-5392"/>
            <a:ext cx="5207221" cy="269176"/>
          </a:xfrm>
          <a:custGeom>
            <a:avLst/>
            <a:gdLst>
              <a:gd name="connsiteX0" fmla="*/ 6546335 w 6942961"/>
              <a:gd name="connsiteY0" fmla="*/ 0 h 531119"/>
              <a:gd name="connsiteX1" fmla="*/ 3471481 w 6942961"/>
              <a:gd name="connsiteY1" fmla="*/ 798 h 531119"/>
              <a:gd name="connsiteX2" fmla="*/ 396626 w 6942961"/>
              <a:gd name="connsiteY2" fmla="*/ 0 h 531119"/>
              <a:gd name="connsiteX3" fmla="*/ 307886 w 6942961"/>
              <a:gd name="connsiteY3" fmla="*/ 45974 h 531119"/>
              <a:gd name="connsiteX4" fmla="*/ 0 w 6942961"/>
              <a:gd name="connsiteY4" fmla="*/ 531119 h 531119"/>
              <a:gd name="connsiteX5" fmla="*/ 3466008 w 6942961"/>
              <a:gd name="connsiteY5" fmla="*/ 531119 h 531119"/>
              <a:gd name="connsiteX6" fmla="*/ 3476954 w 6942961"/>
              <a:gd name="connsiteY6" fmla="*/ 531119 h 531119"/>
              <a:gd name="connsiteX7" fmla="*/ 6942961 w 6942961"/>
              <a:gd name="connsiteY7" fmla="*/ 531119 h 531119"/>
              <a:gd name="connsiteX8" fmla="*/ 6635075 w 6942961"/>
              <a:gd name="connsiteY8" fmla="*/ 45974 h 531119"/>
              <a:gd name="connsiteX9" fmla="*/ 6546335 w 6942961"/>
              <a:gd name="connsiteY9" fmla="*/ 0 h 531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942961" h="531119">
                <a:moveTo>
                  <a:pt x="6546335" y="0"/>
                </a:moveTo>
                <a:lnTo>
                  <a:pt x="3471481" y="798"/>
                </a:lnTo>
                <a:lnTo>
                  <a:pt x="396626" y="0"/>
                </a:lnTo>
                <a:cubicBezTo>
                  <a:pt x="349684" y="4436"/>
                  <a:pt x="325891" y="18551"/>
                  <a:pt x="307886" y="45974"/>
                </a:cubicBezTo>
                <a:lnTo>
                  <a:pt x="0" y="531119"/>
                </a:lnTo>
                <a:lnTo>
                  <a:pt x="3466008" y="531119"/>
                </a:lnTo>
                <a:lnTo>
                  <a:pt x="3476954" y="531119"/>
                </a:lnTo>
                <a:lnTo>
                  <a:pt x="6942961" y="531119"/>
                </a:lnTo>
                <a:lnTo>
                  <a:pt x="6635075" y="45974"/>
                </a:lnTo>
                <a:cubicBezTo>
                  <a:pt x="6617070" y="18551"/>
                  <a:pt x="6593277" y="4436"/>
                  <a:pt x="6546335" y="0"/>
                </a:cubicBezTo>
                <a:close/>
              </a:path>
            </a:pathLst>
          </a:custGeom>
          <a:solidFill>
            <a:srgbClr val="DE2A3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35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59D7302-9336-49BE-97D2-8D8F4AAED2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5585" y="55310"/>
            <a:ext cx="1811003" cy="208474"/>
          </a:xfrm>
          <a:prstGeom prst="rect">
            <a:avLst/>
          </a:prstGeom>
        </p:spPr>
      </p:pic>
      <p:cxnSp>
        <p:nvCxnSpPr>
          <p:cNvPr id="6" name="직선 연결선 5"/>
          <p:cNvCxnSpPr/>
          <p:nvPr/>
        </p:nvCxnSpPr>
        <p:spPr>
          <a:xfrm>
            <a:off x="0" y="1755715"/>
            <a:ext cx="3731736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1515" y="1170940"/>
            <a:ext cx="31502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서비스 시나리오</a:t>
            </a:r>
          </a:p>
        </p:txBody>
      </p:sp>
    </p:spTree>
    <p:extLst>
      <p:ext uri="{BB962C8B-B14F-4D97-AF65-F5344CB8AC3E}">
        <p14:creationId xmlns:p14="http://schemas.microsoft.com/office/powerpoint/2010/main" val="1832640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자유형: 도형 43">
            <a:extLst>
              <a:ext uri="{FF2B5EF4-FFF2-40B4-BE49-F238E27FC236}">
                <a16:creationId xmlns:a16="http://schemas.microsoft.com/office/drawing/2014/main" id="{8E5EA1B6-E650-4F51-BFD9-11601545DC7F}"/>
              </a:ext>
            </a:extLst>
          </p:cNvPr>
          <p:cNvSpPr/>
          <p:nvPr/>
        </p:nvSpPr>
        <p:spPr>
          <a:xfrm flipH="1" flipV="1">
            <a:off x="1727885" y="-5392"/>
            <a:ext cx="5207221" cy="269176"/>
          </a:xfrm>
          <a:custGeom>
            <a:avLst/>
            <a:gdLst>
              <a:gd name="connsiteX0" fmla="*/ 6546335 w 6942961"/>
              <a:gd name="connsiteY0" fmla="*/ 0 h 531119"/>
              <a:gd name="connsiteX1" fmla="*/ 3471481 w 6942961"/>
              <a:gd name="connsiteY1" fmla="*/ 798 h 531119"/>
              <a:gd name="connsiteX2" fmla="*/ 396626 w 6942961"/>
              <a:gd name="connsiteY2" fmla="*/ 0 h 531119"/>
              <a:gd name="connsiteX3" fmla="*/ 307886 w 6942961"/>
              <a:gd name="connsiteY3" fmla="*/ 45974 h 531119"/>
              <a:gd name="connsiteX4" fmla="*/ 0 w 6942961"/>
              <a:gd name="connsiteY4" fmla="*/ 531119 h 531119"/>
              <a:gd name="connsiteX5" fmla="*/ 3466008 w 6942961"/>
              <a:gd name="connsiteY5" fmla="*/ 531119 h 531119"/>
              <a:gd name="connsiteX6" fmla="*/ 3476954 w 6942961"/>
              <a:gd name="connsiteY6" fmla="*/ 531119 h 531119"/>
              <a:gd name="connsiteX7" fmla="*/ 6942961 w 6942961"/>
              <a:gd name="connsiteY7" fmla="*/ 531119 h 531119"/>
              <a:gd name="connsiteX8" fmla="*/ 6635075 w 6942961"/>
              <a:gd name="connsiteY8" fmla="*/ 45974 h 531119"/>
              <a:gd name="connsiteX9" fmla="*/ 6546335 w 6942961"/>
              <a:gd name="connsiteY9" fmla="*/ 0 h 531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942961" h="531119">
                <a:moveTo>
                  <a:pt x="6546335" y="0"/>
                </a:moveTo>
                <a:lnTo>
                  <a:pt x="3471481" y="798"/>
                </a:lnTo>
                <a:lnTo>
                  <a:pt x="396626" y="0"/>
                </a:lnTo>
                <a:cubicBezTo>
                  <a:pt x="349684" y="4436"/>
                  <a:pt x="325891" y="18551"/>
                  <a:pt x="307886" y="45974"/>
                </a:cubicBezTo>
                <a:lnTo>
                  <a:pt x="0" y="531119"/>
                </a:lnTo>
                <a:lnTo>
                  <a:pt x="3466008" y="531119"/>
                </a:lnTo>
                <a:lnTo>
                  <a:pt x="3476954" y="531119"/>
                </a:lnTo>
                <a:lnTo>
                  <a:pt x="6942961" y="531119"/>
                </a:lnTo>
                <a:lnTo>
                  <a:pt x="6635075" y="45974"/>
                </a:lnTo>
                <a:cubicBezTo>
                  <a:pt x="6617070" y="18551"/>
                  <a:pt x="6593277" y="4436"/>
                  <a:pt x="6546335" y="0"/>
                </a:cubicBezTo>
                <a:close/>
              </a:path>
            </a:pathLst>
          </a:custGeom>
          <a:solidFill>
            <a:srgbClr val="DE2A3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35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59D7302-9336-49BE-97D2-8D8F4AAED2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5585" y="55310"/>
            <a:ext cx="1811003" cy="208474"/>
          </a:xfrm>
          <a:prstGeom prst="rect">
            <a:avLst/>
          </a:prstGeom>
        </p:spPr>
      </p:pic>
      <p:cxnSp>
        <p:nvCxnSpPr>
          <p:cNvPr id="6" name="직선 연결선 5"/>
          <p:cNvCxnSpPr/>
          <p:nvPr/>
        </p:nvCxnSpPr>
        <p:spPr>
          <a:xfrm>
            <a:off x="0" y="1755715"/>
            <a:ext cx="3731736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1515" y="1170940"/>
            <a:ext cx="31502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서비스 시나리오</a:t>
            </a:r>
          </a:p>
        </p:txBody>
      </p:sp>
    </p:spTree>
    <p:extLst>
      <p:ext uri="{BB962C8B-B14F-4D97-AF65-F5344CB8AC3E}">
        <p14:creationId xmlns:p14="http://schemas.microsoft.com/office/powerpoint/2010/main" val="399816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자유형: 도형 43">
            <a:extLst>
              <a:ext uri="{FF2B5EF4-FFF2-40B4-BE49-F238E27FC236}">
                <a16:creationId xmlns:a16="http://schemas.microsoft.com/office/drawing/2014/main" id="{8E5EA1B6-E650-4F51-BFD9-11601545DC7F}"/>
              </a:ext>
            </a:extLst>
          </p:cNvPr>
          <p:cNvSpPr/>
          <p:nvPr/>
        </p:nvSpPr>
        <p:spPr>
          <a:xfrm flipH="1" flipV="1">
            <a:off x="1727885" y="-5392"/>
            <a:ext cx="5207221" cy="269176"/>
          </a:xfrm>
          <a:custGeom>
            <a:avLst/>
            <a:gdLst>
              <a:gd name="connsiteX0" fmla="*/ 6546335 w 6942961"/>
              <a:gd name="connsiteY0" fmla="*/ 0 h 531119"/>
              <a:gd name="connsiteX1" fmla="*/ 3471481 w 6942961"/>
              <a:gd name="connsiteY1" fmla="*/ 798 h 531119"/>
              <a:gd name="connsiteX2" fmla="*/ 396626 w 6942961"/>
              <a:gd name="connsiteY2" fmla="*/ 0 h 531119"/>
              <a:gd name="connsiteX3" fmla="*/ 307886 w 6942961"/>
              <a:gd name="connsiteY3" fmla="*/ 45974 h 531119"/>
              <a:gd name="connsiteX4" fmla="*/ 0 w 6942961"/>
              <a:gd name="connsiteY4" fmla="*/ 531119 h 531119"/>
              <a:gd name="connsiteX5" fmla="*/ 3466008 w 6942961"/>
              <a:gd name="connsiteY5" fmla="*/ 531119 h 531119"/>
              <a:gd name="connsiteX6" fmla="*/ 3476954 w 6942961"/>
              <a:gd name="connsiteY6" fmla="*/ 531119 h 531119"/>
              <a:gd name="connsiteX7" fmla="*/ 6942961 w 6942961"/>
              <a:gd name="connsiteY7" fmla="*/ 531119 h 531119"/>
              <a:gd name="connsiteX8" fmla="*/ 6635075 w 6942961"/>
              <a:gd name="connsiteY8" fmla="*/ 45974 h 531119"/>
              <a:gd name="connsiteX9" fmla="*/ 6546335 w 6942961"/>
              <a:gd name="connsiteY9" fmla="*/ 0 h 531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942961" h="531119">
                <a:moveTo>
                  <a:pt x="6546335" y="0"/>
                </a:moveTo>
                <a:lnTo>
                  <a:pt x="3471481" y="798"/>
                </a:lnTo>
                <a:lnTo>
                  <a:pt x="396626" y="0"/>
                </a:lnTo>
                <a:cubicBezTo>
                  <a:pt x="349684" y="4436"/>
                  <a:pt x="325891" y="18551"/>
                  <a:pt x="307886" y="45974"/>
                </a:cubicBezTo>
                <a:lnTo>
                  <a:pt x="0" y="531119"/>
                </a:lnTo>
                <a:lnTo>
                  <a:pt x="3466008" y="531119"/>
                </a:lnTo>
                <a:lnTo>
                  <a:pt x="3476954" y="531119"/>
                </a:lnTo>
                <a:lnTo>
                  <a:pt x="6942961" y="531119"/>
                </a:lnTo>
                <a:lnTo>
                  <a:pt x="6635075" y="45974"/>
                </a:lnTo>
                <a:cubicBezTo>
                  <a:pt x="6617070" y="18551"/>
                  <a:pt x="6593277" y="4436"/>
                  <a:pt x="6546335" y="0"/>
                </a:cubicBezTo>
                <a:close/>
              </a:path>
            </a:pathLst>
          </a:custGeom>
          <a:solidFill>
            <a:srgbClr val="DE2A3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35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59D7302-9336-49BE-97D2-8D8F4AAED2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5585" y="55310"/>
            <a:ext cx="1811003" cy="208474"/>
          </a:xfrm>
          <a:prstGeom prst="rect">
            <a:avLst/>
          </a:prstGeom>
        </p:spPr>
      </p:pic>
      <p:cxnSp>
        <p:nvCxnSpPr>
          <p:cNvPr id="6" name="직선 연결선 5"/>
          <p:cNvCxnSpPr/>
          <p:nvPr/>
        </p:nvCxnSpPr>
        <p:spPr>
          <a:xfrm>
            <a:off x="0" y="1755715"/>
            <a:ext cx="3731736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1515" y="1170940"/>
            <a:ext cx="31502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서비스 시나리오</a:t>
            </a:r>
          </a:p>
        </p:txBody>
      </p:sp>
    </p:spTree>
    <p:extLst>
      <p:ext uri="{BB962C8B-B14F-4D97-AF65-F5344CB8AC3E}">
        <p14:creationId xmlns:p14="http://schemas.microsoft.com/office/powerpoint/2010/main" val="1034065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자유형: 도형 43">
            <a:extLst>
              <a:ext uri="{FF2B5EF4-FFF2-40B4-BE49-F238E27FC236}">
                <a16:creationId xmlns:a16="http://schemas.microsoft.com/office/drawing/2014/main" id="{8E5EA1B6-E650-4F51-BFD9-11601545DC7F}"/>
              </a:ext>
            </a:extLst>
          </p:cNvPr>
          <p:cNvSpPr/>
          <p:nvPr/>
        </p:nvSpPr>
        <p:spPr>
          <a:xfrm flipH="1" flipV="1">
            <a:off x="1727885" y="-5392"/>
            <a:ext cx="5207221" cy="269176"/>
          </a:xfrm>
          <a:custGeom>
            <a:avLst/>
            <a:gdLst>
              <a:gd name="connsiteX0" fmla="*/ 6546335 w 6942961"/>
              <a:gd name="connsiteY0" fmla="*/ 0 h 531119"/>
              <a:gd name="connsiteX1" fmla="*/ 3471481 w 6942961"/>
              <a:gd name="connsiteY1" fmla="*/ 798 h 531119"/>
              <a:gd name="connsiteX2" fmla="*/ 396626 w 6942961"/>
              <a:gd name="connsiteY2" fmla="*/ 0 h 531119"/>
              <a:gd name="connsiteX3" fmla="*/ 307886 w 6942961"/>
              <a:gd name="connsiteY3" fmla="*/ 45974 h 531119"/>
              <a:gd name="connsiteX4" fmla="*/ 0 w 6942961"/>
              <a:gd name="connsiteY4" fmla="*/ 531119 h 531119"/>
              <a:gd name="connsiteX5" fmla="*/ 3466008 w 6942961"/>
              <a:gd name="connsiteY5" fmla="*/ 531119 h 531119"/>
              <a:gd name="connsiteX6" fmla="*/ 3476954 w 6942961"/>
              <a:gd name="connsiteY6" fmla="*/ 531119 h 531119"/>
              <a:gd name="connsiteX7" fmla="*/ 6942961 w 6942961"/>
              <a:gd name="connsiteY7" fmla="*/ 531119 h 531119"/>
              <a:gd name="connsiteX8" fmla="*/ 6635075 w 6942961"/>
              <a:gd name="connsiteY8" fmla="*/ 45974 h 531119"/>
              <a:gd name="connsiteX9" fmla="*/ 6546335 w 6942961"/>
              <a:gd name="connsiteY9" fmla="*/ 0 h 531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942961" h="531119">
                <a:moveTo>
                  <a:pt x="6546335" y="0"/>
                </a:moveTo>
                <a:lnTo>
                  <a:pt x="3471481" y="798"/>
                </a:lnTo>
                <a:lnTo>
                  <a:pt x="396626" y="0"/>
                </a:lnTo>
                <a:cubicBezTo>
                  <a:pt x="349684" y="4436"/>
                  <a:pt x="325891" y="18551"/>
                  <a:pt x="307886" y="45974"/>
                </a:cubicBezTo>
                <a:lnTo>
                  <a:pt x="0" y="531119"/>
                </a:lnTo>
                <a:lnTo>
                  <a:pt x="3466008" y="531119"/>
                </a:lnTo>
                <a:lnTo>
                  <a:pt x="3476954" y="531119"/>
                </a:lnTo>
                <a:lnTo>
                  <a:pt x="6942961" y="531119"/>
                </a:lnTo>
                <a:lnTo>
                  <a:pt x="6635075" y="45974"/>
                </a:lnTo>
                <a:cubicBezTo>
                  <a:pt x="6617070" y="18551"/>
                  <a:pt x="6593277" y="4436"/>
                  <a:pt x="6546335" y="0"/>
                </a:cubicBezTo>
                <a:close/>
              </a:path>
            </a:pathLst>
          </a:custGeom>
          <a:solidFill>
            <a:srgbClr val="DE2A3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35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59D7302-9336-49BE-97D2-8D8F4AAED2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5585" y="55310"/>
            <a:ext cx="1811003" cy="208474"/>
          </a:xfrm>
          <a:prstGeom prst="rect">
            <a:avLst/>
          </a:prstGeom>
        </p:spPr>
      </p:pic>
      <p:cxnSp>
        <p:nvCxnSpPr>
          <p:cNvPr id="6" name="직선 연결선 5"/>
          <p:cNvCxnSpPr/>
          <p:nvPr/>
        </p:nvCxnSpPr>
        <p:spPr>
          <a:xfrm>
            <a:off x="0" y="1755715"/>
            <a:ext cx="3917685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1515" y="1170940"/>
            <a:ext cx="33361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수행 내용 및 일정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A63DDC4C-EAC1-4251-A51C-29DC12BFF1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245648"/>
              </p:ext>
            </p:extLst>
          </p:nvPr>
        </p:nvGraphicFramePr>
        <p:xfrm>
          <a:off x="283520" y="1940499"/>
          <a:ext cx="8520011" cy="4302651"/>
        </p:xfrm>
        <a:graphic>
          <a:graphicData uri="http://schemas.openxmlformats.org/drawingml/2006/table">
            <a:tbl>
              <a:tblPr/>
              <a:tblGrid>
                <a:gridCol w="2905460">
                  <a:extLst>
                    <a:ext uri="{9D8B030D-6E8A-4147-A177-3AD203B41FA5}">
                      <a16:colId xmlns:a16="http://schemas.microsoft.com/office/drawing/2014/main" val="534103349"/>
                    </a:ext>
                  </a:extLst>
                </a:gridCol>
                <a:gridCol w="109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75156">
                  <a:extLst>
                    <a:ext uri="{9D8B030D-6E8A-4147-A177-3AD203B41FA5}">
                      <a16:colId xmlns:a16="http://schemas.microsoft.com/office/drawing/2014/main" val="4159573588"/>
                    </a:ext>
                  </a:extLst>
                </a:gridCol>
                <a:gridCol w="1139651">
                  <a:extLst>
                    <a:ext uri="{9D8B030D-6E8A-4147-A177-3AD203B41FA5}">
                      <a16:colId xmlns:a16="http://schemas.microsoft.com/office/drawing/2014/main" val="2272659399"/>
                    </a:ext>
                  </a:extLst>
                </a:gridCol>
              </a:tblGrid>
              <a:tr h="79305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수행 내용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수행 일정</a:t>
                      </a:r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64770" marR="6477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1196909"/>
                  </a:ext>
                </a:extLst>
              </a:tr>
              <a:tr h="175275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아이디어 회의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11/4 ~ 11/8</a:t>
                      </a:r>
                      <a:endParaRPr lang="ko-KR" altLang="en-US" sz="14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1299742"/>
                  </a:ext>
                </a:extLst>
              </a:tr>
              <a:tr h="177531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OTP</a:t>
                      </a:r>
                      <a:r>
                        <a:rPr lang="ko-KR" altLang="en-US" sz="16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생성 및 </a:t>
                      </a:r>
                      <a:r>
                        <a:rPr lang="ko-KR" altLang="en-US" sz="1600" b="1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키패드</a:t>
                      </a:r>
                      <a:r>
                        <a:rPr lang="ko-KR" altLang="en-US" sz="16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제어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김지호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11/14</a:t>
                      </a:r>
                      <a:endParaRPr kumimoji="0" lang="ko-KR" altLang="en-US" sz="14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987709"/>
                  </a:ext>
                </a:extLst>
              </a:tr>
              <a:tr h="175275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어플리케이션 제작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박동하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11/12 ~ 11/15</a:t>
                      </a:r>
                      <a:endParaRPr kumimoji="0" lang="ko-KR" altLang="en-US" sz="14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3165928"/>
                  </a:ext>
                </a:extLst>
              </a:tr>
              <a:tr h="1775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아두이노와</a:t>
                      </a:r>
                      <a:r>
                        <a:rPr lang="ko-KR" altLang="en-US" sz="16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앱 간 통신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박동하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11/15 ~ 11/17</a:t>
                      </a:r>
                      <a:endParaRPr kumimoji="0" lang="ko-KR" altLang="en-US" sz="14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22017"/>
                  </a:ext>
                </a:extLst>
              </a:tr>
              <a:tr h="175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중간 점검 및 보완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11/18</a:t>
                      </a:r>
                      <a:endParaRPr kumimoji="0" lang="ko-KR" altLang="en-US" sz="14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5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빈도수 분석 프로그래밍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강진우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11/18 ~ 11/20</a:t>
                      </a:r>
                      <a:endParaRPr kumimoji="0" lang="ko-KR" altLang="en-US" sz="14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5589499"/>
                  </a:ext>
                </a:extLst>
              </a:tr>
              <a:tr h="17640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카메라 이미지 저장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강진우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11/21 ~ 11/23</a:t>
                      </a:r>
                      <a:endParaRPr kumimoji="0" lang="ko-KR" altLang="en-US" sz="14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5889636"/>
                  </a:ext>
                </a:extLst>
              </a:tr>
              <a:tr h="17640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3741468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적외선 모듈 적용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김지호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11/24</a:t>
                      </a:r>
                      <a:endParaRPr kumimoji="0" lang="ko-KR" altLang="en-US" sz="14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93513"/>
                  </a:ext>
                </a:extLst>
              </a:tr>
              <a:tr h="331421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도어락</a:t>
                      </a:r>
                      <a:r>
                        <a:rPr lang="ko-KR" altLang="en-US" sz="16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프레임 제작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11/25</a:t>
                      </a:r>
                      <a:endParaRPr kumimoji="0" lang="ko-KR" altLang="en-US" sz="14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3933093"/>
                  </a:ext>
                </a:extLst>
              </a:tr>
              <a:tr h="239221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최종 테스트 및 보완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11/26</a:t>
                      </a:r>
                      <a:endParaRPr kumimoji="0" lang="ko-KR" altLang="en-US" sz="14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4375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자유형: 도형 43">
            <a:extLst>
              <a:ext uri="{FF2B5EF4-FFF2-40B4-BE49-F238E27FC236}">
                <a16:creationId xmlns:a16="http://schemas.microsoft.com/office/drawing/2014/main" id="{8E5EA1B6-E650-4F51-BFD9-11601545DC7F}"/>
              </a:ext>
            </a:extLst>
          </p:cNvPr>
          <p:cNvSpPr/>
          <p:nvPr/>
        </p:nvSpPr>
        <p:spPr>
          <a:xfrm flipH="1" flipV="1">
            <a:off x="1727885" y="-5392"/>
            <a:ext cx="5207221" cy="269176"/>
          </a:xfrm>
          <a:custGeom>
            <a:avLst/>
            <a:gdLst>
              <a:gd name="connsiteX0" fmla="*/ 6546335 w 6942961"/>
              <a:gd name="connsiteY0" fmla="*/ 0 h 531119"/>
              <a:gd name="connsiteX1" fmla="*/ 3471481 w 6942961"/>
              <a:gd name="connsiteY1" fmla="*/ 798 h 531119"/>
              <a:gd name="connsiteX2" fmla="*/ 396626 w 6942961"/>
              <a:gd name="connsiteY2" fmla="*/ 0 h 531119"/>
              <a:gd name="connsiteX3" fmla="*/ 307886 w 6942961"/>
              <a:gd name="connsiteY3" fmla="*/ 45974 h 531119"/>
              <a:gd name="connsiteX4" fmla="*/ 0 w 6942961"/>
              <a:gd name="connsiteY4" fmla="*/ 531119 h 531119"/>
              <a:gd name="connsiteX5" fmla="*/ 3466008 w 6942961"/>
              <a:gd name="connsiteY5" fmla="*/ 531119 h 531119"/>
              <a:gd name="connsiteX6" fmla="*/ 3476954 w 6942961"/>
              <a:gd name="connsiteY6" fmla="*/ 531119 h 531119"/>
              <a:gd name="connsiteX7" fmla="*/ 6942961 w 6942961"/>
              <a:gd name="connsiteY7" fmla="*/ 531119 h 531119"/>
              <a:gd name="connsiteX8" fmla="*/ 6635075 w 6942961"/>
              <a:gd name="connsiteY8" fmla="*/ 45974 h 531119"/>
              <a:gd name="connsiteX9" fmla="*/ 6546335 w 6942961"/>
              <a:gd name="connsiteY9" fmla="*/ 0 h 531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942961" h="531119">
                <a:moveTo>
                  <a:pt x="6546335" y="0"/>
                </a:moveTo>
                <a:lnTo>
                  <a:pt x="3471481" y="798"/>
                </a:lnTo>
                <a:lnTo>
                  <a:pt x="396626" y="0"/>
                </a:lnTo>
                <a:cubicBezTo>
                  <a:pt x="349684" y="4436"/>
                  <a:pt x="325891" y="18551"/>
                  <a:pt x="307886" y="45974"/>
                </a:cubicBezTo>
                <a:lnTo>
                  <a:pt x="0" y="531119"/>
                </a:lnTo>
                <a:lnTo>
                  <a:pt x="3466008" y="531119"/>
                </a:lnTo>
                <a:lnTo>
                  <a:pt x="3476954" y="531119"/>
                </a:lnTo>
                <a:lnTo>
                  <a:pt x="6942961" y="531119"/>
                </a:lnTo>
                <a:lnTo>
                  <a:pt x="6635075" y="45974"/>
                </a:lnTo>
                <a:cubicBezTo>
                  <a:pt x="6617070" y="18551"/>
                  <a:pt x="6593277" y="4436"/>
                  <a:pt x="6546335" y="0"/>
                </a:cubicBezTo>
                <a:close/>
              </a:path>
            </a:pathLst>
          </a:custGeom>
          <a:solidFill>
            <a:srgbClr val="DE2A3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35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59D7302-9336-49BE-97D2-8D8F4AAED2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5585" y="55310"/>
            <a:ext cx="1811003" cy="208474"/>
          </a:xfrm>
          <a:prstGeom prst="rect">
            <a:avLst/>
          </a:prstGeom>
        </p:spPr>
      </p:pic>
      <p:cxnSp>
        <p:nvCxnSpPr>
          <p:cNvPr id="6" name="직선 연결선 5"/>
          <p:cNvCxnSpPr/>
          <p:nvPr/>
        </p:nvCxnSpPr>
        <p:spPr>
          <a:xfrm>
            <a:off x="0" y="1755715"/>
            <a:ext cx="250063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1515" y="1170940"/>
            <a:ext cx="19191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수행 방법</a:t>
            </a:r>
          </a:p>
        </p:txBody>
      </p:sp>
      <p:sp>
        <p:nvSpPr>
          <p:cNvPr id="2" name="화살표: 오른쪽 1">
            <a:extLst>
              <a:ext uri="{FF2B5EF4-FFF2-40B4-BE49-F238E27FC236}">
                <a16:creationId xmlns:a16="http://schemas.microsoft.com/office/drawing/2014/main" id="{3F7E01EE-F2FA-5F3A-04AE-8362B416EBC9}"/>
              </a:ext>
            </a:extLst>
          </p:cNvPr>
          <p:cNvSpPr/>
          <p:nvPr/>
        </p:nvSpPr>
        <p:spPr>
          <a:xfrm>
            <a:off x="4259180" y="4030619"/>
            <a:ext cx="1046746" cy="8566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NumPy 난수 생성 (Random 모듈) - Codetorial">
            <a:extLst>
              <a:ext uri="{FF2B5EF4-FFF2-40B4-BE49-F238E27FC236}">
                <a16:creationId xmlns:a16="http://schemas.microsoft.com/office/drawing/2014/main" id="{D7D89D37-2C5B-5358-3EAE-0BE179FC07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053" y="3432348"/>
            <a:ext cx="3132799" cy="2087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핸드폰 - 무료 과학 기술개 아이콘">
            <a:extLst>
              <a:ext uri="{FF2B5EF4-FFF2-40B4-BE49-F238E27FC236}">
                <a16:creationId xmlns:a16="http://schemas.microsoft.com/office/drawing/2014/main" id="{0379D494-D849-40A3-37A5-A0E2F3D56D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8722" y="2864833"/>
            <a:ext cx="3229177" cy="3229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362E82-F2E6-4247-1A27-4E6D914DB6D6}"/>
              </a:ext>
            </a:extLst>
          </p:cNvPr>
          <p:cNvSpPr txBox="1"/>
          <p:nvPr/>
        </p:nvSpPr>
        <p:spPr>
          <a:xfrm>
            <a:off x="1250315" y="1826132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/>
              <a:t>OTP</a:t>
            </a:r>
            <a:endParaRPr lang="ko-KR" altLang="en-US" sz="2400" b="1" dirty="0"/>
          </a:p>
        </p:txBody>
      </p:sp>
      <p:pic>
        <p:nvPicPr>
          <p:cNvPr id="1034" name="Picture 10" descr="ESP8266 시리얼 WiFi 모듈 -ESP-12F (ESP8266 Serial WiFi Module -ESP-12F)">
            <a:extLst>
              <a:ext uri="{FF2B5EF4-FFF2-40B4-BE49-F238E27FC236}">
                <a16:creationId xmlns:a16="http://schemas.microsoft.com/office/drawing/2014/main" id="{CAB540FD-D684-E348-674E-546EA1B12F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11" t="16344" r="11979" b="14865"/>
          <a:stretch/>
        </p:blipFill>
        <p:spPr bwMode="auto">
          <a:xfrm>
            <a:off x="4259180" y="1929636"/>
            <a:ext cx="1462945" cy="129335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0893356D-783B-E35F-99CB-616354D95A06}"/>
              </a:ext>
            </a:extLst>
          </p:cNvPr>
          <p:cNvCxnSpPr>
            <a:cxnSpLocks/>
          </p:cNvCxnSpPr>
          <p:nvPr/>
        </p:nvCxnSpPr>
        <p:spPr>
          <a:xfrm rot="5400000">
            <a:off x="4370711" y="3534516"/>
            <a:ext cx="728379" cy="360000"/>
          </a:xfrm>
          <a:prstGeom prst="bentConnector3">
            <a:avLst>
              <a:gd name="adj1" fmla="val 50000"/>
            </a:avLst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0386C66-7500-8A99-314E-1E7EA156CBC7}"/>
              </a:ext>
            </a:extLst>
          </p:cNvPr>
          <p:cNvSpPr txBox="1"/>
          <p:nvPr/>
        </p:nvSpPr>
        <p:spPr>
          <a:xfrm>
            <a:off x="4181343" y="1508552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ore-KR" dirty="0"/>
              <a:t>Wifi </a:t>
            </a:r>
            <a:r>
              <a:rPr lang="ko-KR" altLang="en-US" dirty="0"/>
              <a:t>모듈</a:t>
            </a:r>
            <a:endParaRPr lang="ko-Kore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BC7D53-F868-F003-2AFC-CB14919890C2}"/>
              </a:ext>
            </a:extLst>
          </p:cNvPr>
          <p:cNvSpPr txBox="1"/>
          <p:nvPr/>
        </p:nvSpPr>
        <p:spPr>
          <a:xfrm>
            <a:off x="439006" y="3038328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dirty="0"/>
              <a:t>난수 생성</a:t>
            </a:r>
            <a:endParaRPr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25871894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자유형: 도형 43">
            <a:extLst>
              <a:ext uri="{FF2B5EF4-FFF2-40B4-BE49-F238E27FC236}">
                <a16:creationId xmlns:a16="http://schemas.microsoft.com/office/drawing/2014/main" id="{8E5EA1B6-E650-4F51-BFD9-11601545DC7F}"/>
              </a:ext>
            </a:extLst>
          </p:cNvPr>
          <p:cNvSpPr/>
          <p:nvPr/>
        </p:nvSpPr>
        <p:spPr>
          <a:xfrm flipH="1" flipV="1">
            <a:off x="1727885" y="-5392"/>
            <a:ext cx="5207221" cy="269176"/>
          </a:xfrm>
          <a:custGeom>
            <a:avLst/>
            <a:gdLst>
              <a:gd name="connsiteX0" fmla="*/ 6546335 w 6942961"/>
              <a:gd name="connsiteY0" fmla="*/ 0 h 531119"/>
              <a:gd name="connsiteX1" fmla="*/ 3471481 w 6942961"/>
              <a:gd name="connsiteY1" fmla="*/ 798 h 531119"/>
              <a:gd name="connsiteX2" fmla="*/ 396626 w 6942961"/>
              <a:gd name="connsiteY2" fmla="*/ 0 h 531119"/>
              <a:gd name="connsiteX3" fmla="*/ 307886 w 6942961"/>
              <a:gd name="connsiteY3" fmla="*/ 45974 h 531119"/>
              <a:gd name="connsiteX4" fmla="*/ 0 w 6942961"/>
              <a:gd name="connsiteY4" fmla="*/ 531119 h 531119"/>
              <a:gd name="connsiteX5" fmla="*/ 3466008 w 6942961"/>
              <a:gd name="connsiteY5" fmla="*/ 531119 h 531119"/>
              <a:gd name="connsiteX6" fmla="*/ 3476954 w 6942961"/>
              <a:gd name="connsiteY6" fmla="*/ 531119 h 531119"/>
              <a:gd name="connsiteX7" fmla="*/ 6942961 w 6942961"/>
              <a:gd name="connsiteY7" fmla="*/ 531119 h 531119"/>
              <a:gd name="connsiteX8" fmla="*/ 6635075 w 6942961"/>
              <a:gd name="connsiteY8" fmla="*/ 45974 h 531119"/>
              <a:gd name="connsiteX9" fmla="*/ 6546335 w 6942961"/>
              <a:gd name="connsiteY9" fmla="*/ 0 h 531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942961" h="531119">
                <a:moveTo>
                  <a:pt x="6546335" y="0"/>
                </a:moveTo>
                <a:lnTo>
                  <a:pt x="3471481" y="798"/>
                </a:lnTo>
                <a:lnTo>
                  <a:pt x="396626" y="0"/>
                </a:lnTo>
                <a:cubicBezTo>
                  <a:pt x="349684" y="4436"/>
                  <a:pt x="325891" y="18551"/>
                  <a:pt x="307886" y="45974"/>
                </a:cubicBezTo>
                <a:lnTo>
                  <a:pt x="0" y="531119"/>
                </a:lnTo>
                <a:lnTo>
                  <a:pt x="3466008" y="531119"/>
                </a:lnTo>
                <a:lnTo>
                  <a:pt x="3476954" y="531119"/>
                </a:lnTo>
                <a:lnTo>
                  <a:pt x="6942961" y="531119"/>
                </a:lnTo>
                <a:lnTo>
                  <a:pt x="6635075" y="45974"/>
                </a:lnTo>
                <a:cubicBezTo>
                  <a:pt x="6617070" y="18551"/>
                  <a:pt x="6593277" y="4436"/>
                  <a:pt x="6546335" y="0"/>
                </a:cubicBezTo>
                <a:close/>
              </a:path>
            </a:pathLst>
          </a:custGeom>
          <a:solidFill>
            <a:srgbClr val="DE2A3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35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59D7302-9336-49BE-97D2-8D8F4AAED2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5585" y="55310"/>
            <a:ext cx="1811003" cy="208474"/>
          </a:xfrm>
          <a:prstGeom prst="rect">
            <a:avLst/>
          </a:prstGeom>
        </p:spPr>
      </p:pic>
      <p:cxnSp>
        <p:nvCxnSpPr>
          <p:cNvPr id="6" name="직선 연결선 5"/>
          <p:cNvCxnSpPr/>
          <p:nvPr/>
        </p:nvCxnSpPr>
        <p:spPr>
          <a:xfrm>
            <a:off x="0" y="1755715"/>
            <a:ext cx="250063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1515" y="1170940"/>
            <a:ext cx="19191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수행 방법</a:t>
            </a:r>
          </a:p>
        </p:txBody>
      </p:sp>
      <p:sp>
        <p:nvSpPr>
          <p:cNvPr id="2" name="화살표: 오른쪽 1">
            <a:extLst>
              <a:ext uri="{FF2B5EF4-FFF2-40B4-BE49-F238E27FC236}">
                <a16:creationId xmlns:a16="http://schemas.microsoft.com/office/drawing/2014/main" id="{3F7E01EE-F2FA-5F3A-04AE-8362B416EBC9}"/>
              </a:ext>
            </a:extLst>
          </p:cNvPr>
          <p:cNvSpPr/>
          <p:nvPr/>
        </p:nvSpPr>
        <p:spPr>
          <a:xfrm>
            <a:off x="4174959" y="3374898"/>
            <a:ext cx="1046746" cy="8566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362E82-F2E6-4247-1A27-4E6D914DB6D6}"/>
              </a:ext>
            </a:extLst>
          </p:cNvPr>
          <p:cNvSpPr txBox="1"/>
          <p:nvPr/>
        </p:nvSpPr>
        <p:spPr>
          <a:xfrm>
            <a:off x="1250315" y="1826132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/>
              <a:t>OTP</a:t>
            </a:r>
            <a:endParaRPr lang="ko-KR" altLang="en-US" sz="2400" b="1" dirty="0"/>
          </a:p>
        </p:txBody>
      </p:sp>
      <p:pic>
        <p:nvPicPr>
          <p:cNvPr id="16" name="Picture 6" descr="전자모듈 상품리스트 | 이티몰 - 국내최대 아두이노키트/전자부품 쇼핑몰">
            <a:extLst>
              <a:ext uri="{FF2B5EF4-FFF2-40B4-BE49-F238E27FC236}">
                <a16:creationId xmlns:a16="http://schemas.microsoft.com/office/drawing/2014/main" id="{123F9A0B-EBAE-C372-64C6-50941DAE3F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48" t="6839" r="8798" b="10322"/>
          <a:stretch/>
        </p:blipFill>
        <p:spPr bwMode="auto">
          <a:xfrm>
            <a:off x="5945383" y="2954995"/>
            <a:ext cx="1811003" cy="1696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3x4 12 USE 키 키패드 모듈">
            <a:extLst>
              <a:ext uri="{FF2B5EF4-FFF2-40B4-BE49-F238E27FC236}">
                <a16:creationId xmlns:a16="http://schemas.microsoft.com/office/drawing/2014/main" id="{EE00D89E-6935-C776-545F-984A0D6B0E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016" y="2583350"/>
            <a:ext cx="2662265" cy="2662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5953ABE-B5C5-3D1F-FD61-34079101AFA8}"/>
              </a:ext>
            </a:extLst>
          </p:cNvPr>
          <p:cNvSpPr txBox="1"/>
          <p:nvPr/>
        </p:nvSpPr>
        <p:spPr>
          <a:xfrm>
            <a:off x="671830" y="266287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dirty="0"/>
              <a:t>키패드 모듈</a:t>
            </a:r>
            <a:endParaRPr lang="ko-Kore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A50FE5-1A65-85EA-1920-5BAC204BD41A}"/>
              </a:ext>
            </a:extLst>
          </p:cNvPr>
          <p:cNvSpPr txBox="1"/>
          <p:nvPr/>
        </p:nvSpPr>
        <p:spPr>
          <a:xfrm>
            <a:off x="5566798" y="2524372"/>
            <a:ext cx="2189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dirty="0" err="1"/>
              <a:t>솔레노이드</a:t>
            </a:r>
            <a:r>
              <a:rPr lang="ko-KR" altLang="en-US" dirty="0"/>
              <a:t> 도어락</a:t>
            </a:r>
            <a:endParaRPr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2883219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자유형: 도형 43">
            <a:extLst>
              <a:ext uri="{FF2B5EF4-FFF2-40B4-BE49-F238E27FC236}">
                <a16:creationId xmlns:a16="http://schemas.microsoft.com/office/drawing/2014/main" id="{8E5EA1B6-E650-4F51-BFD9-11601545DC7F}"/>
              </a:ext>
            </a:extLst>
          </p:cNvPr>
          <p:cNvSpPr/>
          <p:nvPr/>
        </p:nvSpPr>
        <p:spPr>
          <a:xfrm flipH="1" flipV="1">
            <a:off x="1727885" y="-5392"/>
            <a:ext cx="5207221" cy="269176"/>
          </a:xfrm>
          <a:custGeom>
            <a:avLst/>
            <a:gdLst>
              <a:gd name="connsiteX0" fmla="*/ 6546335 w 6942961"/>
              <a:gd name="connsiteY0" fmla="*/ 0 h 531119"/>
              <a:gd name="connsiteX1" fmla="*/ 3471481 w 6942961"/>
              <a:gd name="connsiteY1" fmla="*/ 798 h 531119"/>
              <a:gd name="connsiteX2" fmla="*/ 396626 w 6942961"/>
              <a:gd name="connsiteY2" fmla="*/ 0 h 531119"/>
              <a:gd name="connsiteX3" fmla="*/ 307886 w 6942961"/>
              <a:gd name="connsiteY3" fmla="*/ 45974 h 531119"/>
              <a:gd name="connsiteX4" fmla="*/ 0 w 6942961"/>
              <a:gd name="connsiteY4" fmla="*/ 531119 h 531119"/>
              <a:gd name="connsiteX5" fmla="*/ 3466008 w 6942961"/>
              <a:gd name="connsiteY5" fmla="*/ 531119 h 531119"/>
              <a:gd name="connsiteX6" fmla="*/ 3476954 w 6942961"/>
              <a:gd name="connsiteY6" fmla="*/ 531119 h 531119"/>
              <a:gd name="connsiteX7" fmla="*/ 6942961 w 6942961"/>
              <a:gd name="connsiteY7" fmla="*/ 531119 h 531119"/>
              <a:gd name="connsiteX8" fmla="*/ 6635075 w 6942961"/>
              <a:gd name="connsiteY8" fmla="*/ 45974 h 531119"/>
              <a:gd name="connsiteX9" fmla="*/ 6546335 w 6942961"/>
              <a:gd name="connsiteY9" fmla="*/ 0 h 531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942961" h="531119">
                <a:moveTo>
                  <a:pt x="6546335" y="0"/>
                </a:moveTo>
                <a:lnTo>
                  <a:pt x="3471481" y="798"/>
                </a:lnTo>
                <a:lnTo>
                  <a:pt x="396626" y="0"/>
                </a:lnTo>
                <a:cubicBezTo>
                  <a:pt x="349684" y="4436"/>
                  <a:pt x="325891" y="18551"/>
                  <a:pt x="307886" y="45974"/>
                </a:cubicBezTo>
                <a:lnTo>
                  <a:pt x="0" y="531119"/>
                </a:lnTo>
                <a:lnTo>
                  <a:pt x="3466008" y="531119"/>
                </a:lnTo>
                <a:lnTo>
                  <a:pt x="3476954" y="531119"/>
                </a:lnTo>
                <a:lnTo>
                  <a:pt x="6942961" y="531119"/>
                </a:lnTo>
                <a:lnTo>
                  <a:pt x="6635075" y="45974"/>
                </a:lnTo>
                <a:cubicBezTo>
                  <a:pt x="6617070" y="18551"/>
                  <a:pt x="6593277" y="4436"/>
                  <a:pt x="6546335" y="0"/>
                </a:cubicBezTo>
                <a:close/>
              </a:path>
            </a:pathLst>
          </a:custGeom>
          <a:solidFill>
            <a:srgbClr val="DE2A3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35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59D7302-9336-49BE-97D2-8D8F4AAED2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5585" y="55310"/>
            <a:ext cx="1811003" cy="208474"/>
          </a:xfrm>
          <a:prstGeom prst="rect">
            <a:avLst/>
          </a:prstGeom>
        </p:spPr>
      </p:pic>
      <p:cxnSp>
        <p:nvCxnSpPr>
          <p:cNvPr id="6" name="직선 연결선 5"/>
          <p:cNvCxnSpPr/>
          <p:nvPr/>
        </p:nvCxnSpPr>
        <p:spPr>
          <a:xfrm>
            <a:off x="0" y="1755715"/>
            <a:ext cx="250063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1515" y="1170940"/>
            <a:ext cx="19191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수행 방법</a:t>
            </a:r>
          </a:p>
        </p:txBody>
      </p:sp>
      <p:sp>
        <p:nvSpPr>
          <p:cNvPr id="2" name="화살표: 오른쪽 1">
            <a:extLst>
              <a:ext uri="{FF2B5EF4-FFF2-40B4-BE49-F238E27FC236}">
                <a16:creationId xmlns:a16="http://schemas.microsoft.com/office/drawing/2014/main" id="{3F7E01EE-F2FA-5F3A-04AE-8362B416EBC9}"/>
              </a:ext>
            </a:extLst>
          </p:cNvPr>
          <p:cNvSpPr/>
          <p:nvPr/>
        </p:nvSpPr>
        <p:spPr>
          <a:xfrm>
            <a:off x="3816049" y="3600269"/>
            <a:ext cx="942440" cy="7720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45323E-A338-FD55-AB06-6F07634ED1A7}"/>
              </a:ext>
            </a:extLst>
          </p:cNvPr>
          <p:cNvSpPr txBox="1"/>
          <p:nvPr/>
        </p:nvSpPr>
        <p:spPr>
          <a:xfrm>
            <a:off x="1250315" y="1848670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/>
              <a:t>데이터분석</a:t>
            </a:r>
            <a:endParaRPr lang="en-US" sz="2000" b="1" dirty="0"/>
          </a:p>
        </p:txBody>
      </p:sp>
      <p:pic>
        <p:nvPicPr>
          <p:cNvPr id="3076" name="Picture 4" descr="에듀이노-아두이노 전문 교육쇼핑몰">
            <a:extLst>
              <a:ext uri="{FF2B5EF4-FFF2-40B4-BE49-F238E27FC236}">
                <a16:creationId xmlns:a16="http://schemas.microsoft.com/office/drawing/2014/main" id="{C3E69C2D-0383-3E17-B26C-53722CF849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99" t="9705" r="13243" b="9326"/>
          <a:stretch/>
        </p:blipFill>
        <p:spPr bwMode="auto">
          <a:xfrm rot="2971766">
            <a:off x="1304909" y="2484969"/>
            <a:ext cx="1583890" cy="1762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ShenzenAV] [HC-SR501] PIR 센서모듈 센서 &gt; 초음파/적외선센서 &gt; 적외선센서(PIR) (주)엘레파츠 - 엘레파츠">
            <a:extLst>
              <a:ext uri="{FF2B5EF4-FFF2-40B4-BE49-F238E27FC236}">
                <a16:creationId xmlns:a16="http://schemas.microsoft.com/office/drawing/2014/main" id="{CFA44568-D2C5-0427-B202-C851BCB533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903" y="4138951"/>
            <a:ext cx="1675798" cy="1675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분산 분석 (ANOVA)">
            <a:extLst>
              <a:ext uri="{FF2B5EF4-FFF2-40B4-BE49-F238E27FC236}">
                <a16:creationId xmlns:a16="http://schemas.microsoft.com/office/drawing/2014/main" id="{F7260949-2A14-E6A3-34CD-B6E4E64F17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56" r="5492"/>
          <a:stretch/>
        </p:blipFill>
        <p:spPr bwMode="auto">
          <a:xfrm>
            <a:off x="5079234" y="2870313"/>
            <a:ext cx="3711743" cy="2231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0396BC0-887E-D4D6-F734-934534560C79}"/>
              </a:ext>
            </a:extLst>
          </p:cNvPr>
          <p:cNvSpPr txBox="1"/>
          <p:nvPr/>
        </p:nvSpPr>
        <p:spPr>
          <a:xfrm>
            <a:off x="912385" y="2555192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ore-KR" dirty="0"/>
              <a:t>RTC </a:t>
            </a:r>
            <a:r>
              <a:rPr lang="ko-KR" altLang="en-US" dirty="0"/>
              <a:t>모듈</a:t>
            </a:r>
            <a:endParaRPr lang="ko-Kore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0D4683-6041-53E2-3767-D88C24BBC026}"/>
              </a:ext>
            </a:extLst>
          </p:cNvPr>
          <p:cNvSpPr txBox="1"/>
          <p:nvPr/>
        </p:nvSpPr>
        <p:spPr>
          <a:xfrm>
            <a:off x="912385" y="3954285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ore-KR" dirty="0"/>
              <a:t>PIR </a:t>
            </a:r>
            <a:r>
              <a:rPr lang="ko-KR" altLang="en-US" dirty="0"/>
              <a:t>센서</a:t>
            </a:r>
            <a:endParaRPr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22741600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자유형: 도형 43">
            <a:extLst>
              <a:ext uri="{FF2B5EF4-FFF2-40B4-BE49-F238E27FC236}">
                <a16:creationId xmlns:a16="http://schemas.microsoft.com/office/drawing/2014/main" id="{8E5EA1B6-E650-4F51-BFD9-11601545DC7F}"/>
              </a:ext>
            </a:extLst>
          </p:cNvPr>
          <p:cNvSpPr/>
          <p:nvPr/>
        </p:nvSpPr>
        <p:spPr>
          <a:xfrm flipH="1" flipV="1">
            <a:off x="1727885" y="-5392"/>
            <a:ext cx="5207221" cy="269176"/>
          </a:xfrm>
          <a:custGeom>
            <a:avLst/>
            <a:gdLst>
              <a:gd name="connsiteX0" fmla="*/ 6546335 w 6942961"/>
              <a:gd name="connsiteY0" fmla="*/ 0 h 531119"/>
              <a:gd name="connsiteX1" fmla="*/ 3471481 w 6942961"/>
              <a:gd name="connsiteY1" fmla="*/ 798 h 531119"/>
              <a:gd name="connsiteX2" fmla="*/ 396626 w 6942961"/>
              <a:gd name="connsiteY2" fmla="*/ 0 h 531119"/>
              <a:gd name="connsiteX3" fmla="*/ 307886 w 6942961"/>
              <a:gd name="connsiteY3" fmla="*/ 45974 h 531119"/>
              <a:gd name="connsiteX4" fmla="*/ 0 w 6942961"/>
              <a:gd name="connsiteY4" fmla="*/ 531119 h 531119"/>
              <a:gd name="connsiteX5" fmla="*/ 3466008 w 6942961"/>
              <a:gd name="connsiteY5" fmla="*/ 531119 h 531119"/>
              <a:gd name="connsiteX6" fmla="*/ 3476954 w 6942961"/>
              <a:gd name="connsiteY6" fmla="*/ 531119 h 531119"/>
              <a:gd name="connsiteX7" fmla="*/ 6942961 w 6942961"/>
              <a:gd name="connsiteY7" fmla="*/ 531119 h 531119"/>
              <a:gd name="connsiteX8" fmla="*/ 6635075 w 6942961"/>
              <a:gd name="connsiteY8" fmla="*/ 45974 h 531119"/>
              <a:gd name="connsiteX9" fmla="*/ 6546335 w 6942961"/>
              <a:gd name="connsiteY9" fmla="*/ 0 h 531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942961" h="531119">
                <a:moveTo>
                  <a:pt x="6546335" y="0"/>
                </a:moveTo>
                <a:lnTo>
                  <a:pt x="3471481" y="798"/>
                </a:lnTo>
                <a:lnTo>
                  <a:pt x="396626" y="0"/>
                </a:lnTo>
                <a:cubicBezTo>
                  <a:pt x="349684" y="4436"/>
                  <a:pt x="325891" y="18551"/>
                  <a:pt x="307886" y="45974"/>
                </a:cubicBezTo>
                <a:lnTo>
                  <a:pt x="0" y="531119"/>
                </a:lnTo>
                <a:lnTo>
                  <a:pt x="3466008" y="531119"/>
                </a:lnTo>
                <a:lnTo>
                  <a:pt x="3476954" y="531119"/>
                </a:lnTo>
                <a:lnTo>
                  <a:pt x="6942961" y="531119"/>
                </a:lnTo>
                <a:lnTo>
                  <a:pt x="6635075" y="45974"/>
                </a:lnTo>
                <a:cubicBezTo>
                  <a:pt x="6617070" y="18551"/>
                  <a:pt x="6593277" y="4436"/>
                  <a:pt x="6546335" y="0"/>
                </a:cubicBezTo>
                <a:close/>
              </a:path>
            </a:pathLst>
          </a:custGeom>
          <a:solidFill>
            <a:srgbClr val="DE2A3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35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59D7302-9336-49BE-97D2-8D8F4AAED2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5585" y="55310"/>
            <a:ext cx="1811003" cy="208474"/>
          </a:xfrm>
          <a:prstGeom prst="rect">
            <a:avLst/>
          </a:prstGeom>
        </p:spPr>
      </p:pic>
      <p:cxnSp>
        <p:nvCxnSpPr>
          <p:cNvPr id="6" name="직선 연결선 5"/>
          <p:cNvCxnSpPr/>
          <p:nvPr/>
        </p:nvCxnSpPr>
        <p:spPr>
          <a:xfrm>
            <a:off x="0" y="1755715"/>
            <a:ext cx="4738422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1515" y="1170940"/>
            <a:ext cx="41569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기대효과 및 활용 방안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515" y="2073799"/>
            <a:ext cx="7734349" cy="3035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FF0000"/>
                </a:solidFill>
              </a:rPr>
              <a:t>보안강화</a:t>
            </a:r>
            <a:endParaRPr lang="en-US" altLang="ko-KR" sz="2400" dirty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altLang="ko-KR" dirty="0"/>
              <a:t>-OTP, </a:t>
            </a:r>
            <a:r>
              <a:rPr lang="ko-KR" altLang="en-US" sz="1600" dirty="0"/>
              <a:t>데이터 분석을 통한 침입 확인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FF0000"/>
                </a:solidFill>
              </a:rPr>
              <a:t>편의성 증가</a:t>
            </a:r>
            <a:endParaRPr lang="en-US" altLang="ko-KR" sz="2400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FF0000"/>
                </a:solidFill>
              </a:rPr>
              <a:t>	</a:t>
            </a:r>
            <a:r>
              <a:rPr lang="en-US" altLang="ko-KR" sz="1600" dirty="0"/>
              <a:t>-</a:t>
            </a:r>
            <a:r>
              <a:rPr lang="ko-KR" altLang="en-US" sz="1600" dirty="0"/>
              <a:t>자동 소등 및 점등</a:t>
            </a:r>
            <a:r>
              <a:rPr lang="en-US" altLang="ko-KR" sz="1600" dirty="0"/>
              <a:t>,</a:t>
            </a:r>
            <a:r>
              <a:rPr lang="ko-KR" altLang="en-US" sz="1600" dirty="0"/>
              <a:t> 집 들어가기 직전 온도 관리 등 다양한 활용 방안 </a:t>
            </a:r>
            <a:endParaRPr lang="ko-KR" altLang="en-US" sz="1600" dirty="0">
              <a:solidFill>
                <a:srgbClr val="FF0000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FF0000"/>
                </a:solidFill>
              </a:rPr>
              <a:t>날씨 정보</a:t>
            </a:r>
            <a:r>
              <a:rPr lang="ko-KR" altLang="en-US" sz="2400" dirty="0"/>
              <a:t> 획득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rgbClr val="FF0000"/>
                </a:solidFill>
              </a:rPr>
              <a:t>	</a:t>
            </a:r>
            <a:r>
              <a:rPr lang="en-US" altLang="ko-KR" sz="1600" dirty="0"/>
              <a:t>-</a:t>
            </a:r>
            <a:r>
              <a:rPr lang="ko-KR" altLang="en-US" sz="1600" dirty="0"/>
              <a:t>나가기 전 언제나 확인</a:t>
            </a:r>
          </a:p>
        </p:txBody>
      </p:sp>
    </p:spTree>
    <p:extLst>
      <p:ext uri="{BB962C8B-B14F-4D97-AF65-F5344CB8AC3E}">
        <p14:creationId xmlns:p14="http://schemas.microsoft.com/office/powerpoint/2010/main" val="17170004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181</TotalTime>
  <Words>168</Words>
  <Application>Microsoft Office PowerPoint</Application>
  <PresentationFormat>화면 슬라이드 쇼(4:3)</PresentationFormat>
  <Paragraphs>66</Paragraphs>
  <Slides>15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6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강진우</cp:lastModifiedBy>
  <cp:revision>16</cp:revision>
  <dcterms:created xsi:type="dcterms:W3CDTF">2021-10-20T09:02:07Z</dcterms:created>
  <dcterms:modified xsi:type="dcterms:W3CDTF">2022-11-10T07:09:18Z</dcterms:modified>
</cp:coreProperties>
</file>